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2.xml" ContentType="application/inkml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21"/>
  </p:notesMasterIdLst>
  <p:sldIdLst>
    <p:sldId id="4336" r:id="rId3"/>
    <p:sldId id="4510" r:id="rId4"/>
    <p:sldId id="4643" r:id="rId5"/>
    <p:sldId id="4644" r:id="rId6"/>
    <p:sldId id="4645" r:id="rId7"/>
    <p:sldId id="4646" r:id="rId8"/>
    <p:sldId id="4647" r:id="rId9"/>
    <p:sldId id="4648" r:id="rId10"/>
    <p:sldId id="4649" r:id="rId11"/>
    <p:sldId id="4650" r:id="rId12"/>
    <p:sldId id="4654" r:id="rId13"/>
    <p:sldId id="4651" r:id="rId14"/>
    <p:sldId id="4652" r:id="rId15"/>
    <p:sldId id="4653" r:id="rId16"/>
    <p:sldId id="4655" r:id="rId17"/>
    <p:sldId id="4656" r:id="rId18"/>
    <p:sldId id="4657" r:id="rId19"/>
    <p:sldId id="367" r:id="rId20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71" userDrawn="1">
          <p15:clr>
            <a:srgbClr val="A4A3A4"/>
          </p15:clr>
        </p15:guide>
        <p15:guide id="2" pos="3775" userDrawn="1">
          <p15:clr>
            <a:srgbClr val="A4A3A4"/>
          </p15:clr>
        </p15:guide>
        <p15:guide id="3" orient="horz" pos="2805" userDrawn="1">
          <p15:clr>
            <a:srgbClr val="A4A3A4"/>
          </p15:clr>
        </p15:guide>
        <p15:guide id="4" orient="horz" pos="36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uang Liming" initials="HL" lastIdx="1" clrIdx="0"/>
  <p:cmAuthor id="2" name="HLM" initials="H" lastIdx="2" clrIdx="1"/>
  <p:cmAuthor id="3" name="Lenovo" initials="L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5911"/>
    <a:srgbClr val="FF9933"/>
    <a:srgbClr val="001E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06" autoAdjust="0"/>
    <p:restoredTop sz="96408" autoAdjust="0"/>
  </p:normalViewPr>
  <p:slideViewPr>
    <p:cSldViewPr snapToGrid="0" showGuides="1">
      <p:cViewPr>
        <p:scale>
          <a:sx n="50" d="100"/>
          <a:sy n="50" d="100"/>
        </p:scale>
        <p:origin x="156" y="184"/>
      </p:cViewPr>
      <p:guideLst>
        <p:guide orient="horz" pos="1371"/>
        <p:guide pos="3775"/>
        <p:guide orient="horz" pos="2805"/>
        <p:guide orient="horz" pos="36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1385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6.wmf"/><Relationship Id="rId1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4-03-15T03:32:04.63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24324 14323 0,'-18'0'921,"18"70"-905,-35-70 0,35 18-1,-18-18 1,1 0 62,-1 0-62,18 18-1,-53 52 17,71-70 202,35-53-234,-36 18 16,36 0-16,0-36 15,-53 36 1,53 0-1,-17 35 1,-36-36 0,17 19 124,18 17 173,-35 35-282,-17-35-31,34 0 63,-34 0-63,34 18 46</inkml:trace>
  <inkml:trace contextRef="#ctx0" brushRef="#br0" timeOffset="2375.18">24377 14288 0</inkml:trace>
  <inkml:trace contextRef="#ctx0" brushRef="#br0" timeOffset="3375.625">24377 14288 0,'0'35'78,"0"-18"-62,18-17-16,-36 71 15,18-18 1,0-35 0,0 17-1,-53 0-15,53-17 32,0 17-32,-18-17 31,54-18-16,-1 35 17,-35-17-17,35 17 1,-35 0 15,0-17 32,0 17-32,18-17-31</inkml:trace>
  <inkml:trace contextRef="#ctx0" brushRef="#br0" timeOffset="4648.327">24395 15152 0,'0'35'47,"0"-17"-32,35 35-15,-35-18 16,0 0 0,0-17-1,0 17 1,0 18 0,0-35-1,0-1 1,0 1-1,-35 17-15,70-17 32,-35 17-32,35-17 15,-52 17 1,17-35 15,52 18 63,-69-18-94</inkml:trace>
  <inkml:trace contextRef="#ctx0" brushRef="#br0" timeOffset="5556.412">24430 15928 0,'-35'0'0,"35"35"31,0-17-31,0-1 16,0 1-16,-18 53 31,-17-18-15,35-1-1,0-34 1,-18 0 0,18 17-1,0-17 1,-35 17 0,35-17 15,0-1 16</inkml:trace>
  <inkml:trace contextRef="#ctx0" brushRef="#br0" timeOffset="6789.192">24342 16651 0,'53'35'31,"-53"-17"16,17 17-47,-17-17 16,0 0-1,0 17 1,0-17 0,0 17-1,0-18 1,0 19 15</inkml:trace>
  <inkml:trace contextRef="#ctx0" brushRef="#br0" timeOffset="31352.256">24359 13882 0,'-17'0'109,"34"0"1,-17-35 155,0 52-218,-17-17 16,-1 18-48,-35-18 1,18 0 62,88-35 735,-18 52-798,0-17 32,-17 0-47,17 0 47,-17 35-47,0-35 187,-18-17 95,-36 52-267,36 0 1,0-17 0,-53-18-16,18 0 93,17 0 32,1 0-125,17-18 375,0 1-281,0-19-78,17 36 77,-34 0 64,-1-17-142</inkml:trace>
  <inkml:trace contextRef="#ctx0" brushRef="#br1" timeOffset="111683.734">24941 14340 0,'-17'0'422,"52"0"359,-53 0-594,1 0-140,-19 0-16,19 0-15,-18 0 140,35 36-140,0-1 62,0-17-31,0 17 0,0-17-16,17 17-15,-17-18-1,18-17 1,-18 18 0,35-18 140,-35-18-125,18 18-15,-18-35 15,0 18 0,0-19 0,35 19-15,-35-19 0,0 19 124,18 17-108</inkml:trace>
  <inkml:trace contextRef="#ctx0" brushRef="#br1" timeOffset="142039.134">26705 15399 0,'-53'-53'47,"71"88"-31,-36-35 124,18 18-93,18-1 188,-53-34-235,70 70 47,-17-18-32,-18-17 1,53 35-16,-1-1 15,-87-52 1,70 53 0,1 0 15,-1-17-15,-53-36-1,36 17 1,-36-17-1,36 53 1,0-18 0,-18-17-1,0 17 110,0-17-93,-18-18-32,18 35 31,-18-35 0,18 18 16,-35-18-31,35 17 15,-18-17-31,18 36 125,0-19 31,-35 19-140,35-19-16,0 19 15,0 16 17,0-34-17,0-53 1,18 88 31,-18-18-47,-18-17 15,1-18 1,-1 35 0,18 0-1,-53 36 1,53-36-1,-18-17 1,-17-18-16,35 35 31,0-17-15,0-1 15,0 1-15,-53 17-1,53 0 110,-53-35-109,53 18 156,0 0-156,36-18-1,-36 35 16,0-17 32,35 17-47,-35-17-1,0 17 16,0-17 1,17-1 30,-17 1-46,0 17-1,0-17 32,0 17-31,36-35 0</inkml:trace>
  <inkml:trace contextRef="#ctx0" brushRef="#br1" timeOffset="149019.076">26688 15416 0,'0'36'328,"0"17"-296,0-36-32,0 1 31,0 0 0,-18 17 16,18-18 15,0 19 17,-53 17-48,71-36-16,-54 36 1,36-18 0,0-17-1,-52-18 1,52 18 0,0-1 15,0 19-16,0-19-15,0 19 47,0-1 0,0-18-31,17 19-1,-17-19 1,0 19 0,0-19-1,0 1 1,0 0 15,18-18-15,-18 35-1,35-18 1,-35 19 0,18-36-1,-18 17-15,0 19 32,0-19-17,35 1 16,-53-18-31,18 18 16,18-18 15,-18 35 1,18-17-17,-18 17 1,35 35-1,-35-34 1,0-19 0,0 1-1,0 17 1,-53-17 0,53 17 30,0-17-30,0 17 0,0-17 15,0-1 47,18-17-62,-36 71 202,18-53-202,0-1 0,-18 1-1,18 17 17,0-17-1,0 17-16,-35-35 32</inkml:trace>
  <inkml:trace contextRef="#ctx0" brushRef="#br1" timeOffset="156879.848">27728 15452 0</inkml:trace>
  <inkml:trace contextRef="#ctx0" brushRef="#br1" timeOffset="157541.99">27693 15769 0,'0'53'141,"0"-18"-125,0 18-1,0 18-15</inkml:trace>
  <inkml:trace contextRef="#ctx0" brushRef="#br1" timeOffset="157989.444">27640 16210 0,'0'18'47</inkml:trace>
  <inkml:trace contextRef="#ctx0" brushRef="#br1" timeOffset="159857.525">27711 16616 0,'0'0'0,"0"35"15,0-17 1,0-1 31,17 19-32,-34-19 17,34 19 77,-17-19-93</inkml:trace>
  <inkml:trace contextRef="#ctx0" brushRef="#br1" timeOffset="164417.54">27711 15487 0,'0'18'235,"0"-1"-220,0 19-15,0-19 31,0 18-31,0 1 63,0-19-47,0 19 15,17-36-16,-34 53 1,17-71-16,17 18 94,-34 0-79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4-03-15T03:38:23.602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16439 3193 0,'0'17'78,"0"19"-62,0-19 0,0 18-16,-35-17 31,35 17-16,18-35-15,-18 18 16,-35 35 0,35 0-1,0-18-15,35 36 16,-18-36 0,-17 18-1,-17 35 1,17-17-1,17-18 1,-17 17 0,0 18-1,-35-35 1,0 18 0,-18-1-1,53-17 16,0 0-31,18 18 16,-54 17 0,-34 0-1,52 18 1,71-53 0,-53-18-1,0 36 1,0-36-1,18-35 251,52 0-266,-17 0 16,0 0-16,123-35 15,-17 35 1,159 17 0,-160 1-1,-140 70 1,53-70-1,-36-18-15,-35 35 16,18-35 78</inkml:trace>
  <inkml:trace contextRef="#ctx0" brushRef="#br0" timeOffset="909.252">18239 4233 0,'53'0'94,"17"0"-79,-17 0-15,0-17 16,88 17 0,141 70-1,-229-87 1,35 17-16,36 35 16,-89-35 15,-35 18-16,18-18 79</inkml:trace>
  <inkml:trace contextRef="#ctx0" brushRef="#br0" timeOffset="1807.422">18203 4568 0,'18'0'47,"0"0"-16,35 18-15,123 0-1,-158-18 1,158 70-16,124-17 16,-18-53-1,-106 0 1,-140 0-1,34 18 1,-52-1 0,-18-34 46,18 17-31</inkml:trace>
  <inkml:trace contextRef="#ctx0" brushRef="#br0" timeOffset="3343.048">20055 3863 0,'0'18'46,"0"34"-30,-17 72 0,17-71-1,-53 70 1,35-34 0,-17-54-1,-18 18 1,88 17-1,-35-34 17,-17-36-1,34 0-31,-17 35 16,53-35 77,18-35-77,-18 35-16,70-36 16,-70 36-1,18-17 1,-18-1-1,-1 18 17,-52-18-32,36 18 15,17 0 1,0-17 0,17 17-1,36 53 1,-35 17-1,-36-35 1,18 1 0,-18 34-1,0 1 1,-35-36 0,0 36-1,-35 17 16,17-53-15,-35-35-16,-70 106 16,52-88-1,36 70 1,0-71 0,17-17-1,-17 0 1,-53 36-1,70-36 1,-17 0 0,-36 0-1,36 0 1,-71-36 0,53 1-1,18 18 16,17-19-31,-17 36 32</inkml:trace>
  <inkml:trace contextRef="#ctx0" brushRef="#br0" timeOffset="4594.08">20038 4145 0,'17'0'125,"36"-17"-109,18 17 0,-18 0-16,0 0 15,17-36 1,71 36-1,-123 0-15,17-35 16,18 35 0,71 35-1,-18-17 1,-54-18 0,-52 18-1,18-18 63</inkml:trace>
  <inkml:trace contextRef="#ctx0" brushRef="#br0" timeOffset="5694.333">21325 5009 0,'18'0'78,"-18"18"-62,0 0-16,0 17 16,0 18-1,0-35 1,0 17-1,-18-35 17,36 0-17,-71 0 63</inkml:trace>
  <inkml:trace contextRef="#ctx0" brushRef="#br0" timeOffset="7079.297">21572 4498 0,'18'0'31,"17"0"-16,1 0 17,-19 0-17,1 0 1,-18 18 15,0 17-15,17 18-1,89 17 1,-106-34-16,0 16 16,53 1-1,-70-53 48,-36 53-48,35-53 1,-17 18 0,-18-36-16,35 18 15,-35 0 1,0 0 0,89 0 187,17 53-188,17-35-15,-35 0 16,107 17 0,16-18-1,1 1 1,-53-18-1,17 35 1,-105-35 15,-36 18 79,1-18-110,-1 0 15,-17-35 1,-18 35 0,18 0-1</inkml:trace>
  <inkml:trace contextRef="#ctx0" brushRef="#br0" timeOffset="8638.384">22084 4251 0,'282'0'31,"-141"0"-31,0 0 16,247 0-1,-246 0-15,16 0 16,89 0 0,-123 0-1,-107 18 1,-17 35-1,0-18 1,0 0 0,-123 53-1,52-52 1,-17-1 0,-18-18-1,18 19 1,35 52-1,18-18 17,-18-70-17,-18-35 1,18 0 0,36 35-1,-18 0 1,-1 0-1,1 0 1,-71-35 0,89 35-1,-19 0 1,36-18 15,-17 18-31,52 0 78,-17 0-46,34 0-32,1 0 15,0 0 1,-17 18-1,16-1 1,1-17-16,36 53 16,-36-35-1,52 52 1,1 1 0,35 35-1,-70-18 1,-36-35-1,-17-35 1,-18-1 15,-18 36 1,-17 18-32,35-18 15,-124 17 1,54 54-1,-36-71 1,106-18 0,-35 0-16,-36 0 15,-35 18 1,106-35 15,-53-18-15,0 0-1,18 0 1,18 0 0,-36-35-1,35 35 1,-17 0 0,17 0 15</inkml:trace>
  <inkml:trace contextRef="#ctx0" brushRef="#br0" timeOffset="10683.591">24218 4974 0,'0'18'31,"0"17"-15,-35 18-16,0 18 15,-1-19 1,36 1-1,-17 18 1,17-36 0,0-17-16,35 35 15,-17-53 1,-36 0 78,18 17-94,35-17 78,-35-35-78,0 18 15,0-19 1,53-17 0,-18 18-1,-17 0-15,17 17 16,-17-35 0,17 18-1,-35-18 1,36 53-1,17-18 1,-36 18 78,1 36-79,17-19 1,18 36-16,0 18 16,17 17-1,-52-53-15,35 36 16,-53-18 0,18-18-1,-18 18 1,35-35-1,-35 17 1,0-18 47,18-52-17,17 18-30,-35-19-16,0 19 16,0-19-1,53 1 1,-53 0-16,0 17 16,53-35-1,0 36 1,-53-1-1,17-17 1,36 17 15,-18 18 1,-17 0 46,0 35-78,52 18 15,-70-35 1,36 17 0,-36 0-1,35-17 1,-18 17-16,-17-17 15,0 0 1,0 52 0,0-17 31</inkml:trace>
  <inkml:trace contextRef="#ctx0" brushRef="#br0" timeOffset="39721.538">27587 3316 0,'0'53'94,"0"-18"-94,-35 18 16,35 35-1,-18 36 1,18-71-16,-35 35 15,35 35 1,-18-70 0,18-17-1,0 87 17,0-88-17,-35 36 1,53 52-1,-530-440-15,-740-830 16,1340 1271 0,-88-54-1,-18-34 1,54-1 0,-1 18-1</inkml:trace>
  <inkml:trace contextRef="#ctx0" brushRef="#br0" timeOffset="43430.684">22948 16387 0,'0'35'110,"0"-18"-95,0 1-15,0 0 16,0 88 0,0 70-1,0-123 1,0 0-16,-53 17 16,53 19-1,0-19 1,0-52-1,0-1 1,0 36 0,0-17-1,-35 16 17,17 1-32,36 0 31,-18 18-16,0-18 1,18 0 0,17-18-1</inkml:trace>
  <inkml:trace contextRef="#ctx0" brushRef="#br0" timeOffset="44409.371">22278 16986 0,'35'-35'46,"18"35"-30,0 0-16,-35 0 16,87 0-1,-34 0 1,-53 0 0,35-18-1,-36 18-15,19 0 16,34 0-1,1 0 1,-18 0 0,-1 0-1,-34 0 32,0 0-31,-1 0-1,19 0 1,-19 0 62,19 36 0</inkml:trace>
  <inkml:trace contextRef="#ctx0" brushRef="#br0" timeOffset="46401.455">23742 16986 0,'0'0'0,"0"-17"15,18 17 1,-18-36-1,-36 36 110,19 0-93,17 18-1,-36-18-31,1 18 16,17 17 15,-17 18-16,18-36 1,-19-17 0,19 36-1,-19-36 1,36 17-16,-17-17 16,-19 0 30,36 36-30,-17-19 0,-1 19-1,1-36 1,17 35 15,0-18 0,0 19 1,35-36-17,-35 17 1,35-17 0,-17 0-1,70 0 1,-18 0-1,-17 0 1,-17 0 0,-19 0-1,19-35 1,-1 17 0,-35-17 15,0 18-16,17-19 1,19 36-16,-19-17 16,-17-36-1,0 0 1,36 35 0,-36 1-1,0-1 48,17 36 46,-17-1-78,0 18-31,0-17 16,0 17 0,0 1-1,0-19 1,0 36-1,0-18 1,0-17 0,0 0 15,53-18 47,-53 35-31,0-70-16,18 35 0,0 0-15,-1-36 0</inkml:trace>
  <inkml:trace contextRef="#ctx0" brushRef="#br0" timeOffset="47844.616">24324 16933 0,'0'36'15,"0"-19"1,0 19 0,0-19-16,0 18 15,0 1 1,0 17 0,0-18 15,0-17-31,0 34 31,-35-87-31,52 70 16,-17 1 31,-17-54-32,52 53 1,-88 1-1,53-54 142,35-35-157,36 18 15,0-18 1,-19 0 0,1 0-1,0 35 1,-17-17-1,-19 35 1,1-17 0,-1 17 62,19 0-47,34 52 0,-17 19-15,-18 0 0,1-19-1,-1 19 1,0-18-1,-35-18 1,18-35 0,-18 35 15,0-52 31,0 34 1</inkml:trace>
  <inkml:trace contextRef="#ctx0" brushRef="#br0" timeOffset="50195.451">26247 16969 0,'0'-36'46,"0"19"-14,-36 17-17,19 0 1,-1-36 0,0 36-1,-17 0-15,-18 0 16,-17 71-1,34-53 1,-16 35 0,52 17-1,-36-52 1,19 35 0,-19-18 15,36-17-31,-17 17 15,17-18 1,-36 1 15,36 35-15,0-35 0,-17 17-16,17-17 15,0 17 16,0 18-31,35 0 32,-17-18-17,17-17 1,-17 17 78,35-17-79,-18-18 1,-18-53 0,19 53-16,-36-36 15,17 36 1,19-53-1,-19 36 1,36-19 0,-18-16-1,1 52 1,-19-36 0,-17 1-1,36-53 16,-36 70-31,17 1 16,19-19 0,-54 19-1,18-19 1,18 19 15,-18-19-31,0 19 16,0-18-1,0-18 1,0-18 0,0 53-1,0-17 1,0 18 0,0-19 15,-36 36-31,36-17 31,-17-19-15,-19 19-1,36-1 1,-35-17 15,35 17-31,0-52 16,-35-19-1,0 54 1,70 17 0,-70-17-1,35-35 1,17 34 15,1 19-15,-1-19 15,36 19 32,-35 17-48,-18-36-15,53 89 16,-18-53 15,-17 0 0,17 0-31,36 0 16,-54 0 0,1 18-1</inkml:trace>
  <inkml:trace contextRef="#ctx0" brushRef="#br0" timeOffset="51342.457">27129 16933 0,'17'0'78,"19"0"-62,-19 0-16,18 0 16,36 0-1,-36 0 1,18 0 0,-35 0-1,35 0 48,-36 0-48,19 0-15,-19 0 16,1 0 0,0 0-16,17 0 15,18 36-15,0-19 31,-18-17-15,-17 0 0,17 0 46,18 0-46,-36 36 78</inkml:trace>
  <inkml:trace contextRef="#ctx0" brushRef="#br0" timeOffset="52333.744">27076 17110 0,'70'53'47,"-34"-53"-31,-1 17-1,0 1 1,18-18 0,-18 0-1,18 0-15,-35 0 16,105 176 15,-70-158-31,71 35 16,-71 0-1,-36-53 1,19 0 15,-19 0 16</inkml:trace>
  <inkml:trace contextRef="#ctx0" brushRef="#br0" timeOffset="54157.566">30304 15434 0,'0'0'0,"-18"0"0,18 18 15,-53 52 1,53-52-16,0 17 0,-53 106 31,35-17-15,-34-54-1,-37 18 1,54-17 0,-18-18-1,36 0 1,-19 0-1,19-53 1,-54 70 15,53-34-31,18-19 16,-17 1 0,17 0 30,-53 34 1,53-16-47,-35-36 16,70 53 0,-35 0-1,0-18 1,0-18-1,0 19 1,35-36 172,36 0-173,-18-18-15,17 18 16,36 0-16,-35 0 15,34 0 1,-16 18 0,-54-18-1,-17 0 1,17 0 0,-18 35 46</inkml:trace>
  <inkml:trace contextRef="#ctx0" brushRef="#br0" timeOffset="55507.863">28928 16810 0,'17'0'62,"36"0"-46,0 0-16,35 0 16,-35 0-1,53 35 1,-88-52-1,35 34-15,0-52 32,-18 35-32,18 0 15,17 0-15,36 0 16,35 0 0,-35 18-1,-18-1 1,36 18-1,-36 1 1,-17-36 0,-36 0-1,18 35 1,-18-35 0,36-18-1,-18 18 1,-18 18 15,-18-18-15,54 35 15,-18-35-31,88 53 16,-70-18-1</inkml:trace>
  <inkml:trace contextRef="#ctx0" brushRef="#br0" timeOffset="56656.646">29704 17286 0,'-18'0'16,"36"35"-1,-18 18 1,0 0-16,-18 0 16,36 53-1,-53 0 1,17 17-1,0-35 17,-35-52-17,53-1 1,-70 0 0,88 18-1,-18 18 1,0-36-1,-36-35 1,36 18 62</inkml:trace>
  <inkml:trace contextRef="#ctx0" brushRef="#br0" timeOffset="60373.524">29827 17286 0,'18'0'218,"35"0"-218,-18 0 16,36 0 0,-18-35-1,-36 35 1,36 17 0,71-17-1,-71 0-15,0 18 16,70 53-1,-123-36 32,18-35-31,17 0-16,-17 53 16,-54-53 30,1 0-30,35 35 0,0 53-1,0-70 1,-18 17 0,-35 18-1,1-35 1,34 17-1,-17-35 1,17 0 15,-17 0-15,-1 0 15,19-18 0,-19 18-15,-16 0 0,34 0-1,-35 0 17,18 0 30,-1 0 94,19 0-93,-1 0 31,1 0-79,-19-17 110,19 17-15,-1 0-48,18 35 313,18-17-359,-18 17-16,17-35 15,1 18 1,-18-1 0,53-17-1,-36 53 1,36-35-1,-17-1 1,-19 1 0,1-18-1,0 35-15,-1-35 32,1 18-1,17 17-16,-17-35 1,17 18-16,18 17 16,-35-17-1,17 17 1,18-35 0,0 53-1,-18-18 1,18-17-1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EF49C-AEF2-4510-9957-B22D29359C33}" type="datetimeFigureOut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7ADA8-72B4-48F6-A9FE-630422D052A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更新：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P4 </a:t>
            </a:r>
            <a:r>
              <a:rPr lang="zh-CN" altLang="en-US" dirty="0"/>
              <a:t>国家政策更新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P6 </a:t>
            </a:r>
            <a:r>
              <a:rPr lang="zh-CN" altLang="en-US" dirty="0"/>
              <a:t>增加国能政策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P36 </a:t>
            </a:r>
            <a:r>
              <a:rPr lang="zh-CN" altLang="en-US" dirty="0"/>
              <a:t>增加云控平台视频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dirty="0"/>
              <a:t>P42 </a:t>
            </a:r>
            <a:r>
              <a:rPr lang="zh-CN" altLang="en-US" dirty="0"/>
              <a:t>更新客户列表</a:t>
            </a:r>
            <a:endParaRPr lang="en-US" altLang="zh-CN" dirty="0"/>
          </a:p>
          <a:p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P39/40 </a:t>
            </a:r>
            <a:r>
              <a:rPr lang="zh-CN" altLang="en-US" dirty="0"/>
              <a:t>裁剪视频体积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A7ADA8-72B4-48F6-A9FE-630422D052AE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8285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38729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4120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3786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17404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71434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1008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28073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974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258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0653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94002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2041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88484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5442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20211019</a:t>
            </a:r>
          </a:p>
          <a:p>
            <a:r>
              <a:rPr lang="en-US" altLang="zh-CN" dirty="0"/>
              <a:t>《</a:t>
            </a:r>
            <a:r>
              <a:rPr lang="zh-CN" altLang="en-US" dirty="0"/>
              <a:t>矿山无人驾驶应用实践</a:t>
            </a:r>
            <a:r>
              <a:rPr lang="en-US" altLang="zh-CN" dirty="0"/>
              <a:t>》</a:t>
            </a:r>
            <a:r>
              <a:rPr lang="zh-CN" altLang="en-US" dirty="0"/>
              <a:t>销售用文档更新</a:t>
            </a:r>
          </a:p>
          <a:p>
            <a:r>
              <a:rPr lang="en-US" altLang="zh-CN" dirty="0"/>
              <a:t>P1</a:t>
            </a:r>
            <a:r>
              <a:rPr lang="zh-CN" altLang="en-US" dirty="0"/>
              <a:t>：标题改为“露天矿无人驾驶应用实践”</a:t>
            </a:r>
          </a:p>
          <a:p>
            <a:r>
              <a:rPr lang="en-US" altLang="zh-CN" dirty="0"/>
              <a:t>P14</a:t>
            </a:r>
            <a:r>
              <a:rPr lang="zh-CN" altLang="en-US" dirty="0"/>
              <a:t>：矿区无人驾驶生态  </a:t>
            </a:r>
            <a:r>
              <a:rPr lang="en-US" altLang="zh-CN" dirty="0"/>
              <a:t>-  </a:t>
            </a:r>
            <a:r>
              <a:rPr lang="zh-CN" altLang="en-US" dirty="0"/>
              <a:t>大幅修改，基于亿欧包括，修改话术</a:t>
            </a:r>
          </a:p>
          <a:p>
            <a:r>
              <a:rPr lang="en-US" altLang="zh-CN" dirty="0"/>
              <a:t>P26</a:t>
            </a:r>
            <a:r>
              <a:rPr lang="zh-CN" altLang="en-US" dirty="0"/>
              <a:t>：公司简介 </a:t>
            </a:r>
            <a:r>
              <a:rPr lang="en-US" altLang="zh-CN" dirty="0"/>
              <a:t>- </a:t>
            </a:r>
            <a:r>
              <a:rPr lang="zh-CN" altLang="en-US" dirty="0"/>
              <a:t>提炼优化，及补充商业化落地内容</a:t>
            </a:r>
          </a:p>
          <a:p>
            <a:r>
              <a:rPr lang="en-US" altLang="zh-CN" dirty="0"/>
              <a:t>P27</a:t>
            </a:r>
            <a:r>
              <a:rPr lang="zh-CN" altLang="en-US" dirty="0"/>
              <a:t>：发展历程 </a:t>
            </a:r>
            <a:r>
              <a:rPr lang="en-US" altLang="zh-CN" dirty="0"/>
              <a:t>- </a:t>
            </a:r>
            <a:r>
              <a:rPr lang="zh-CN" altLang="en-US" dirty="0"/>
              <a:t>区分技术方案线及业务线，提炼观点，增补最新大事件</a:t>
            </a:r>
          </a:p>
          <a:p>
            <a:r>
              <a:rPr lang="en-US" altLang="zh-CN" dirty="0"/>
              <a:t>P31</a:t>
            </a:r>
            <a:r>
              <a:rPr lang="zh-CN" altLang="en-US" dirty="0"/>
              <a:t>：服务矿区全场景效果图 </a:t>
            </a:r>
            <a:r>
              <a:rPr lang="en-US" altLang="zh-CN" dirty="0"/>
              <a:t>- </a:t>
            </a:r>
            <a:r>
              <a:rPr lang="zh-CN" altLang="en-US" dirty="0"/>
              <a:t>调整画面布局</a:t>
            </a:r>
          </a:p>
          <a:p>
            <a:r>
              <a:rPr lang="en-US" altLang="zh-CN" dirty="0"/>
              <a:t>P32</a:t>
            </a:r>
            <a:r>
              <a:rPr lang="zh-CN" altLang="en-US" dirty="0"/>
              <a:t>：核心技术 </a:t>
            </a:r>
            <a:r>
              <a:rPr lang="en-US" altLang="zh-CN" dirty="0"/>
              <a:t>- </a:t>
            </a:r>
            <a:r>
              <a:rPr lang="zh-CN" altLang="en-US" dirty="0"/>
              <a:t>根据最新表达更换内容</a:t>
            </a:r>
          </a:p>
          <a:p>
            <a:r>
              <a:rPr lang="en-US" altLang="zh-CN" dirty="0"/>
              <a:t>P33</a:t>
            </a:r>
            <a:r>
              <a:rPr lang="zh-CN" altLang="en-US" dirty="0"/>
              <a:t>：产品 </a:t>
            </a:r>
            <a:r>
              <a:rPr lang="en-US" altLang="zh-CN" dirty="0"/>
              <a:t>- T - box </a:t>
            </a:r>
            <a:r>
              <a:rPr lang="zh-CN" altLang="en-US" dirty="0"/>
              <a:t>更换产品图</a:t>
            </a:r>
          </a:p>
          <a:p>
            <a:r>
              <a:rPr lang="en-US" altLang="zh-CN" dirty="0"/>
              <a:t>P36</a:t>
            </a:r>
            <a:r>
              <a:rPr lang="zh-CN" altLang="en-US" dirty="0"/>
              <a:t>：案例呈现 </a:t>
            </a:r>
            <a:r>
              <a:rPr lang="en-US" altLang="zh-CN" dirty="0"/>
              <a:t>- </a:t>
            </a:r>
            <a:r>
              <a:rPr lang="zh-CN" altLang="en-US" dirty="0"/>
              <a:t>增加</a:t>
            </a:r>
            <a:r>
              <a:rPr lang="en-US" altLang="zh-CN" dirty="0"/>
              <a:t>2021</a:t>
            </a:r>
            <a:r>
              <a:rPr lang="zh-CN" altLang="en-US" dirty="0"/>
              <a:t>年签约重点项目</a:t>
            </a:r>
          </a:p>
          <a:p>
            <a:r>
              <a:rPr lang="en-US" altLang="zh-CN" dirty="0"/>
              <a:t>P40</a:t>
            </a:r>
            <a:r>
              <a:rPr lang="zh-CN" altLang="en-US" dirty="0"/>
              <a:t>：代表客户及伙伴 </a:t>
            </a:r>
            <a:r>
              <a:rPr lang="en-US" altLang="zh-CN" dirty="0"/>
              <a:t>- </a:t>
            </a:r>
            <a:r>
              <a:rPr lang="zh-CN" altLang="en-US" dirty="0"/>
              <a:t>新增</a:t>
            </a:r>
            <a:endParaRPr lang="en-US" altLang="zh-CN" dirty="0"/>
          </a:p>
          <a:p>
            <a:r>
              <a:rPr lang="zh-CN" altLang="en-US" dirty="0"/>
              <a:t>右下角信息科根据需要，修改为个人信息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A7ADA8-72B4-48F6-A9FE-630422D052AE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35433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3543300" y="0"/>
            <a:ext cx="86487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35433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3543300" y="0"/>
            <a:ext cx="86487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4010025" y="0"/>
            <a:ext cx="7762875" cy="6858000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1030779"/>
            <a:ext cx="12192000" cy="58355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0"/>
            <a:ext cx="12192000" cy="103077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4962" y="249765"/>
            <a:ext cx="1630782" cy="4470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1030779"/>
            <a:ext cx="12192000" cy="58355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0"/>
            <a:ext cx="12192000" cy="103077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1209106"/>
            <a:ext cx="12191998" cy="55155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4962" y="249765"/>
            <a:ext cx="1630782" cy="4470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1030779"/>
            <a:ext cx="12192000" cy="58355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0"/>
            <a:ext cx="12192000" cy="25939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7867" y="284056"/>
            <a:ext cx="1471250" cy="40505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 descr="pasted-image.pdf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1" b="6444"/>
          <a:stretch>
            <a:fillRect/>
          </a:stretch>
        </p:blipFill>
        <p:spPr bwMode="auto">
          <a:xfrm>
            <a:off x="-15444" y="0"/>
            <a:ext cx="12207444" cy="6858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 marL="354330" indent="0" algn="l">
              <a:defRPr>
                <a:solidFill>
                  <a:srgbClr val="3333CC"/>
                </a:solidFill>
                <a:latin typeface="华文新魏" pitchFamily="2" charset="-122"/>
                <a:ea typeface="华文新魏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charset="0"/>
                <a:ea typeface="华文新魏" pitchFamily="2" charset="-122"/>
                <a:cs typeface="Times New Roman" panose="02020603050405020304" charset="0"/>
              </a:defRPr>
            </a:lvl1pPr>
            <a:lvl2pPr>
              <a:defRPr>
                <a:solidFill>
                  <a:schemeClr val="bg1"/>
                </a:solidFill>
                <a:latin typeface="Times New Roman" panose="02020603050405020304" charset="0"/>
                <a:ea typeface="华文新魏" pitchFamily="2" charset="-122"/>
                <a:cs typeface="Times New Roman" panose="02020603050405020304" charset="0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41275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D26D20D-BE9C-4C2D-8889-B31ED5BB26F2}" type="slidenum">
              <a:rPr lang="zh-CN" altLang="zh-CN" smtClean="0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41275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7BBBDCE-F060-48FD-A33C-6A2732351D2F}" type="slidenum">
              <a:rPr lang="zh-CN" altLang="zh-CN" smtClean="0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8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8"/>
          </a:xfrm>
        </p:spPr>
        <p:txBody>
          <a:bodyPr/>
          <a:lstStyle>
            <a:lvl1pPr marL="0" indent="0">
              <a:buNone/>
              <a:defRPr sz="1200"/>
            </a:lvl1pPr>
            <a:lvl2pPr marL="228600" indent="0">
              <a:buNone/>
              <a:defRPr sz="1000"/>
            </a:lvl2pPr>
            <a:lvl3pPr marL="457200" indent="0">
              <a:buNone/>
              <a:defRPr sz="900"/>
            </a:lvl3pPr>
            <a:lvl4pPr marL="685800" indent="0">
              <a:buNone/>
              <a:defRPr sz="800"/>
            </a:lvl4pPr>
            <a:lvl5pPr marL="914400" indent="0">
              <a:buNone/>
              <a:defRPr sz="800"/>
            </a:lvl5pPr>
            <a:lvl6pPr marL="1143000" indent="0">
              <a:buNone/>
              <a:defRPr sz="800"/>
            </a:lvl6pPr>
            <a:lvl7pPr marL="1371600" indent="0">
              <a:buNone/>
              <a:defRPr sz="800"/>
            </a:lvl7pPr>
            <a:lvl8pPr marL="1600200" indent="0">
              <a:buNone/>
              <a:defRPr sz="800"/>
            </a:lvl8pPr>
            <a:lvl9pPr marL="1828800" indent="0">
              <a:buNone/>
              <a:defRPr sz="8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41275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6F2CCF4-32AF-4BD1-9C31-CA6BDB4A6027}" type="slidenum">
              <a:rPr lang="zh-CN" altLang="zh-CN" smtClean="0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44550" y="1574800"/>
            <a:ext cx="5213350" cy="4648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34100" y="1574800"/>
            <a:ext cx="5213350" cy="4648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41275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7BB62DA-5404-4AD4-A461-0B17CD6151C0}" type="slidenum">
              <a:rPr lang="zh-CN" altLang="zh-CN" smtClean="0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7" y="1681163"/>
            <a:ext cx="5157788" cy="823913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7" y="2505075"/>
            <a:ext cx="515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3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41275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5D4B293-C7DF-4389-AAC4-F91462D68A44}" type="slidenum">
              <a:rPr lang="zh-CN" altLang="zh-CN" smtClean="0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41275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599F359-AA05-4B62-8897-8AE1542720F3}" type="slidenum">
              <a:rPr lang="zh-CN" altLang="zh-CN" smtClean="0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41275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208A412-94D6-4B6C-837E-8BB69FEE697D}" type="slidenum">
              <a:rPr lang="zh-CN" altLang="zh-CN" smtClean="0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8" cy="16002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8" cy="3811588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41275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D3559B7-918C-47DA-807B-45560C52E7B3}" type="slidenum">
              <a:rPr lang="zh-CN" altLang="zh-CN" smtClean="0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8" cy="16002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pPr lvl="0"/>
            <a:endParaRPr lang="zh-CN" altLang="en-US" noProof="0">
              <a:sym typeface="Source Han Sans CN Normal" panose="020B04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8" cy="3811588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41275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9035B76-2BFF-4964-B8A1-C03D823CB12B}" type="slidenum">
              <a:rPr lang="zh-CN" altLang="zh-CN" smtClean="0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41275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327BCC7-96A8-4028-A208-6534DC34007B}" type="slidenum">
              <a:rPr lang="zh-CN" altLang="zh-CN" smtClean="0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1725" y="177800"/>
            <a:ext cx="2625725" cy="6045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44550" y="177800"/>
            <a:ext cx="7800975" cy="60452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41275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73A2FD8-6E30-46E9-A686-54C1687DEAAB}" type="slidenum">
              <a:rPr lang="zh-CN" altLang="zh-CN" smtClean="0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defTabSz="412750" fontAlgn="base" hangingPunct="0">
              <a:spcBef>
                <a:spcPct val="0"/>
              </a:spcBef>
              <a:spcAft>
                <a:spcPct val="0"/>
              </a:spcAft>
            </a:pPr>
            <a:fld id="{86CB4B4D-7CA3-9044-876B-883B54F8677D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1030779"/>
            <a:ext cx="12192000" cy="58355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0"/>
            <a:ext cx="12192000" cy="103077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1209106"/>
            <a:ext cx="12191998" cy="55155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4962" y="249765"/>
            <a:ext cx="1630782" cy="4470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1030779"/>
            <a:ext cx="12192000" cy="58355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0"/>
            <a:ext cx="12192000" cy="103077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4962" y="249765"/>
            <a:ext cx="1630782" cy="44701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9" descr="pasted-image.pdf"/>
          <p:cNvPicPr>
            <a:picLocks noChangeAspect="1"/>
          </p:cNvPicPr>
          <p:nvPr userDrawn="1"/>
        </p:nvPicPr>
        <p:blipFill>
          <a:blip r:embed="rId10"/>
          <a:srcRect/>
          <a:stretch>
            <a:fillRect/>
          </a:stretch>
        </p:blipFill>
        <p:spPr bwMode="auto">
          <a:xfrm>
            <a:off x="6622585" y="3013454"/>
            <a:ext cx="1925608" cy="534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" name="Picture 19" descr="pasted-image.pdf"/>
          <p:cNvPicPr>
            <a:picLocks noChangeAspect="1"/>
          </p:cNvPicPr>
          <p:nvPr userDrawn="1"/>
        </p:nvPicPr>
        <p:blipFill>
          <a:blip r:embed="rId10"/>
          <a:srcRect/>
          <a:stretch>
            <a:fillRect/>
          </a:stretch>
        </p:blipFill>
        <p:spPr bwMode="auto">
          <a:xfrm>
            <a:off x="7171946" y="2063529"/>
            <a:ext cx="1925608" cy="534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5132748" y="3163801"/>
            <a:ext cx="1926503" cy="53039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/>
          </p:cNvSpPr>
          <p:nvPr>
            <p:ph type="title"/>
          </p:nvPr>
        </p:nvSpPr>
        <p:spPr bwMode="auto">
          <a:xfrm>
            <a:off x="844550" y="177800"/>
            <a:ext cx="105029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zh-CN" altLang="zh-CN">
                <a:sym typeface="Avenir Next" charset="0"/>
              </a:rPr>
              <a:t>Click to edit Master title style</a:t>
            </a:r>
          </a:p>
        </p:txBody>
      </p:sp>
      <p:sp>
        <p:nvSpPr>
          <p:cNvPr id="1027" name="Rectangle 2"/>
          <p:cNvSpPr>
            <a:spLocks noGrp="1"/>
          </p:cNvSpPr>
          <p:nvPr>
            <p:ph type="body" idx="1"/>
          </p:nvPr>
        </p:nvSpPr>
        <p:spPr bwMode="auto">
          <a:xfrm>
            <a:off x="844550" y="1574800"/>
            <a:ext cx="105029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zh-CN" altLang="zh-CN">
                <a:sym typeface="Source Han Sans CN Normal" panose="020B0400000000000000" pitchFamily="34" charset="-122"/>
              </a:rPr>
              <a:t>Click to edit Master text styles</a:t>
            </a:r>
          </a:p>
          <a:p>
            <a:pPr lvl="1"/>
            <a:r>
              <a:rPr lang="zh-CN" altLang="zh-CN">
                <a:sym typeface="Source Han Sans CN Normal" panose="020B0400000000000000" pitchFamily="34" charset="-122"/>
              </a:rPr>
              <a:t>Second level</a:t>
            </a:r>
          </a:p>
          <a:p>
            <a:pPr lvl="2"/>
            <a:r>
              <a:rPr lang="zh-CN" altLang="zh-CN">
                <a:sym typeface="Source Han Sans CN Normal" panose="020B0400000000000000" pitchFamily="34" charset="-122"/>
              </a:rPr>
              <a:t>Third level</a:t>
            </a:r>
          </a:p>
          <a:p>
            <a:pPr lvl="3"/>
            <a:r>
              <a:rPr lang="zh-CN" altLang="zh-CN">
                <a:sym typeface="Source Han Sans CN Normal" panose="020B0400000000000000" pitchFamily="34" charset="-122"/>
              </a:rPr>
              <a:t>Fourth level</a:t>
            </a:r>
          </a:p>
          <a:p>
            <a:pPr lvl="4"/>
            <a:r>
              <a:rPr lang="zh-CN" altLang="zh-CN">
                <a:sym typeface="Source Han Sans CN Normal" panose="020B0400000000000000" pitchFamily="34" charset="-122"/>
              </a:rPr>
              <a:t>Fifth level</a:t>
            </a:r>
          </a:p>
        </p:txBody>
      </p:sp>
      <p:sp>
        <p:nvSpPr>
          <p:cNvPr id="2" name="Rectangle 3"/>
          <p:cNvSpPr>
            <a:spLocks noGrp="1"/>
          </p:cNvSpPr>
          <p:nvPr>
            <p:ph type="sldNum" sz="quarter" idx="2"/>
          </p:nvPr>
        </p:nvSpPr>
        <p:spPr bwMode="auto">
          <a:xfrm>
            <a:off x="5979319" y="6540500"/>
            <a:ext cx="226219" cy="230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50800" tIns="50800" rIns="50800" bIns="50800" numCol="1" anchor="t" anchorCtr="0" compatLnSpc="1"/>
          <a:lstStyle>
            <a:lvl1pPr algn="ctr" eaLnBrk="1">
              <a:defRPr sz="1200" b="0" smtClean="0">
                <a:latin typeface="Helvetica Neue Light" charset="0"/>
                <a:ea typeface="宋体" panose="02010600030101010101" pitchFamily="2" charset="-122"/>
                <a:sym typeface="Helvetica Neue Light" charset="0"/>
              </a:defRPr>
            </a:lvl1pPr>
          </a:lstStyle>
          <a:p>
            <a:pPr defTabSz="41275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D06AA90-4859-4C68-AD3A-D02FFF2B2765}" type="slidenum">
              <a:rPr lang="zh-CN" altLang="zh-CN" smtClean="0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</p:sldLayoutIdLst>
  <p:txStyles>
    <p:titleStyle>
      <a:lvl1pPr algn="l" defTabSz="41275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5200" b="1" kern="1200">
          <a:solidFill>
            <a:srgbClr val="FFFFFF"/>
          </a:solidFill>
          <a:latin typeface="+mj-lt"/>
          <a:ea typeface="+mj-ea"/>
          <a:cs typeface="+mj-cs"/>
          <a:sym typeface="Avenir Next" charset="0"/>
        </a:defRPr>
      </a:lvl1pPr>
      <a:lvl2pPr algn="l" defTabSz="41275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5200" b="1">
          <a:solidFill>
            <a:srgbClr val="FFFFFF"/>
          </a:solidFill>
          <a:latin typeface="Avenir Next" charset="0"/>
          <a:ea typeface="Avenir Next" charset="0"/>
          <a:cs typeface="Avenir Next" charset="0"/>
          <a:sym typeface="Avenir Next" charset="0"/>
        </a:defRPr>
      </a:lvl2pPr>
      <a:lvl3pPr algn="l" defTabSz="41275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5200" b="1">
          <a:solidFill>
            <a:srgbClr val="FFFFFF"/>
          </a:solidFill>
          <a:latin typeface="Avenir Next" charset="0"/>
          <a:ea typeface="Avenir Next" charset="0"/>
          <a:cs typeface="Avenir Next" charset="0"/>
          <a:sym typeface="Avenir Next" charset="0"/>
        </a:defRPr>
      </a:lvl3pPr>
      <a:lvl4pPr algn="l" defTabSz="41275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5200" b="1">
          <a:solidFill>
            <a:srgbClr val="FFFFFF"/>
          </a:solidFill>
          <a:latin typeface="Avenir Next" charset="0"/>
          <a:ea typeface="Avenir Next" charset="0"/>
          <a:cs typeface="Avenir Next" charset="0"/>
          <a:sym typeface="Avenir Next" charset="0"/>
        </a:defRPr>
      </a:lvl4pPr>
      <a:lvl5pPr algn="l" defTabSz="41275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5200" b="1">
          <a:solidFill>
            <a:srgbClr val="FFFFFF"/>
          </a:solidFill>
          <a:latin typeface="Avenir Next" charset="0"/>
          <a:ea typeface="Avenir Next" charset="0"/>
          <a:cs typeface="Avenir Next" charset="0"/>
          <a:sym typeface="Avenir Next" charset="0"/>
        </a:defRPr>
      </a:lvl5pPr>
      <a:lvl6pPr marL="228600" algn="l" defTabSz="412750" rtl="0" fontAlgn="base" hangingPunct="0">
        <a:lnSpc>
          <a:spcPct val="80000"/>
        </a:lnSpc>
        <a:spcBef>
          <a:spcPct val="0"/>
        </a:spcBef>
        <a:spcAft>
          <a:spcPct val="0"/>
        </a:spcAft>
        <a:defRPr sz="5200" b="1">
          <a:solidFill>
            <a:srgbClr val="FFFFFF"/>
          </a:solidFill>
          <a:latin typeface="Avenir Next" charset="0"/>
          <a:ea typeface="Avenir Next" charset="0"/>
          <a:cs typeface="Avenir Next" charset="0"/>
          <a:sym typeface="Avenir Next" charset="0"/>
        </a:defRPr>
      </a:lvl6pPr>
      <a:lvl7pPr marL="457200" algn="l" defTabSz="412750" rtl="0" fontAlgn="base" hangingPunct="0">
        <a:lnSpc>
          <a:spcPct val="80000"/>
        </a:lnSpc>
        <a:spcBef>
          <a:spcPct val="0"/>
        </a:spcBef>
        <a:spcAft>
          <a:spcPct val="0"/>
        </a:spcAft>
        <a:defRPr sz="5200" b="1">
          <a:solidFill>
            <a:srgbClr val="FFFFFF"/>
          </a:solidFill>
          <a:latin typeface="Avenir Next" charset="0"/>
          <a:ea typeface="Avenir Next" charset="0"/>
          <a:cs typeface="Avenir Next" charset="0"/>
          <a:sym typeface="Avenir Next" charset="0"/>
        </a:defRPr>
      </a:lvl7pPr>
      <a:lvl8pPr marL="685800" algn="l" defTabSz="412750" rtl="0" fontAlgn="base" hangingPunct="0">
        <a:lnSpc>
          <a:spcPct val="80000"/>
        </a:lnSpc>
        <a:spcBef>
          <a:spcPct val="0"/>
        </a:spcBef>
        <a:spcAft>
          <a:spcPct val="0"/>
        </a:spcAft>
        <a:defRPr sz="5200" b="1">
          <a:solidFill>
            <a:srgbClr val="FFFFFF"/>
          </a:solidFill>
          <a:latin typeface="Avenir Next" charset="0"/>
          <a:ea typeface="Avenir Next" charset="0"/>
          <a:cs typeface="Avenir Next" charset="0"/>
          <a:sym typeface="Avenir Next" charset="0"/>
        </a:defRPr>
      </a:lvl8pPr>
      <a:lvl9pPr marL="914400" algn="l" defTabSz="412750" rtl="0" fontAlgn="base" hangingPunct="0">
        <a:lnSpc>
          <a:spcPct val="80000"/>
        </a:lnSpc>
        <a:spcBef>
          <a:spcPct val="0"/>
        </a:spcBef>
        <a:spcAft>
          <a:spcPct val="0"/>
        </a:spcAft>
        <a:defRPr sz="5200" b="1">
          <a:solidFill>
            <a:srgbClr val="FFFFFF"/>
          </a:solidFill>
          <a:latin typeface="Avenir Next" charset="0"/>
          <a:ea typeface="Avenir Next" charset="0"/>
          <a:cs typeface="Avenir Next" charset="0"/>
          <a:sym typeface="Avenir Next" charset="0"/>
        </a:defRPr>
      </a:lvl9pPr>
    </p:titleStyle>
    <p:bodyStyle>
      <a:lvl1pPr marL="317500" indent="-317500" algn="just" defTabSz="412750" rtl="0" eaLnBrk="0" fontAlgn="base" hangingPunct="0">
        <a:lnSpc>
          <a:spcPct val="130000"/>
        </a:lnSpc>
        <a:spcBef>
          <a:spcPts val="1500"/>
        </a:spcBef>
        <a:spcAft>
          <a:spcPct val="0"/>
        </a:spcAft>
        <a:buSzPct val="125000"/>
        <a:buChar char="•"/>
        <a:defRPr sz="2600" kern="1200">
          <a:solidFill>
            <a:srgbClr val="FFFFFF"/>
          </a:solidFill>
          <a:latin typeface="+mn-lt"/>
          <a:ea typeface="+mn-ea"/>
          <a:cs typeface="+mn-cs"/>
          <a:sym typeface="Source Han Sans CN Normal" panose="020B0400000000000000" pitchFamily="34" charset="-122"/>
        </a:defRPr>
      </a:lvl1pPr>
      <a:lvl2pPr marL="635000" indent="-317500" algn="just" defTabSz="412750" rtl="0" eaLnBrk="0" fontAlgn="base" hangingPunct="0">
        <a:lnSpc>
          <a:spcPct val="130000"/>
        </a:lnSpc>
        <a:spcBef>
          <a:spcPts val="1500"/>
        </a:spcBef>
        <a:spcAft>
          <a:spcPct val="0"/>
        </a:spcAft>
        <a:buSzPct val="125000"/>
        <a:buChar char="•"/>
        <a:defRPr sz="2600" kern="1200">
          <a:solidFill>
            <a:srgbClr val="FFFFFF"/>
          </a:solidFill>
          <a:latin typeface="+mn-lt"/>
          <a:ea typeface="+mn-ea"/>
          <a:cs typeface="+mn-cs"/>
          <a:sym typeface="Source Han Sans CN Normal" panose="020B0400000000000000" pitchFamily="34" charset="-122"/>
        </a:defRPr>
      </a:lvl2pPr>
      <a:lvl3pPr marL="952500" indent="-317500" algn="just" defTabSz="412750" rtl="0" eaLnBrk="0" fontAlgn="base" hangingPunct="0">
        <a:lnSpc>
          <a:spcPct val="130000"/>
        </a:lnSpc>
        <a:spcBef>
          <a:spcPts val="1500"/>
        </a:spcBef>
        <a:spcAft>
          <a:spcPct val="0"/>
        </a:spcAft>
        <a:buSzPct val="125000"/>
        <a:buChar char="•"/>
        <a:defRPr sz="2600" kern="1200">
          <a:solidFill>
            <a:srgbClr val="FFFFFF"/>
          </a:solidFill>
          <a:latin typeface="+mn-lt"/>
          <a:ea typeface="+mn-ea"/>
          <a:cs typeface="+mn-cs"/>
          <a:sym typeface="Source Han Sans CN Normal" panose="020B0400000000000000" pitchFamily="34" charset="-122"/>
        </a:defRPr>
      </a:lvl3pPr>
      <a:lvl4pPr marL="1270000" indent="-317500" algn="just" defTabSz="412750" rtl="0" eaLnBrk="0" fontAlgn="base" hangingPunct="0">
        <a:lnSpc>
          <a:spcPct val="130000"/>
        </a:lnSpc>
        <a:spcBef>
          <a:spcPts val="1500"/>
        </a:spcBef>
        <a:spcAft>
          <a:spcPct val="0"/>
        </a:spcAft>
        <a:buSzPct val="125000"/>
        <a:buChar char="•"/>
        <a:defRPr sz="2600" kern="1200">
          <a:solidFill>
            <a:srgbClr val="FFFFFF"/>
          </a:solidFill>
          <a:latin typeface="+mn-lt"/>
          <a:ea typeface="+mn-ea"/>
          <a:cs typeface="+mn-cs"/>
          <a:sym typeface="Source Han Sans CN Normal" panose="020B0400000000000000" pitchFamily="34" charset="-122"/>
        </a:defRPr>
      </a:lvl4pPr>
      <a:lvl5pPr marL="1587500" indent="-317500" algn="just" defTabSz="412750" rtl="0" eaLnBrk="0" fontAlgn="base" hangingPunct="0">
        <a:lnSpc>
          <a:spcPct val="130000"/>
        </a:lnSpc>
        <a:spcBef>
          <a:spcPts val="1500"/>
        </a:spcBef>
        <a:spcAft>
          <a:spcPct val="0"/>
        </a:spcAft>
        <a:buSzPct val="125000"/>
        <a:buChar char="•"/>
        <a:defRPr sz="2600" kern="1200">
          <a:solidFill>
            <a:srgbClr val="FFFFFF"/>
          </a:solidFill>
          <a:latin typeface="+mn-lt"/>
          <a:ea typeface="+mn-ea"/>
          <a:cs typeface="+mn-cs"/>
          <a:sym typeface="Source Han Sans CN Normal" panose="020B0400000000000000" pitchFamily="34" charset="-122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notesSlide" Target="../notesSlides/notesSlide8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9.wmf"/><Relationship Id="rId11" Type="http://schemas.openxmlformats.org/officeDocument/2006/relationships/image" Target="../media/image13.pn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11.wmf"/><Relationship Id="rId4" Type="http://schemas.openxmlformats.org/officeDocument/2006/relationships/image" Target="../media/image12.png"/><Relationship Id="rId9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2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15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6.wmf"/><Relationship Id="rId2" Type="http://schemas.openxmlformats.org/officeDocument/2006/relationships/slideLayout" Target="../slideLayouts/slideLayout2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17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notesSlide" Target="../notesSlides/notesSlide11.xml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8.wmf"/><Relationship Id="rId4" Type="http://schemas.openxmlformats.org/officeDocument/2006/relationships/image" Target="../media/image19.png"/><Relationship Id="rId9" Type="http://schemas.openxmlformats.org/officeDocument/2006/relationships/oleObject" Target="../embeddings/oleObject9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2.png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0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23.emf"/><Relationship Id="rId2" Type="http://schemas.openxmlformats.org/officeDocument/2006/relationships/slideLayout" Target="../slideLayouts/slideLayout2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2.png"/><Relationship Id="rId5" Type="http://schemas.openxmlformats.org/officeDocument/2006/relationships/image" Target="../media/image21.wmf"/><Relationship Id="rId10" Type="http://schemas.openxmlformats.org/officeDocument/2006/relationships/image" Target="../media/image22.wmf"/><Relationship Id="rId4" Type="http://schemas.openxmlformats.org/officeDocument/2006/relationships/oleObject" Target="../embeddings/oleObject11.bin"/><Relationship Id="rId9" Type="http://schemas.openxmlformats.org/officeDocument/2006/relationships/oleObject" Target="../embeddings/oleObject12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2.xml"/><Relationship Id="rId6" Type="http://schemas.openxmlformats.org/officeDocument/2006/relationships/customXml" Target="../ink/ink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28.wmf"/><Relationship Id="rId2" Type="http://schemas.openxmlformats.org/officeDocument/2006/relationships/slideLayout" Target="../slideLayouts/slideLayout2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4.emf"/><Relationship Id="rId5" Type="http://schemas.openxmlformats.org/officeDocument/2006/relationships/customXml" Target="../ink/ink2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Text Box 3"/>
          <p:cNvSpPr txBox="1"/>
          <p:nvPr/>
        </p:nvSpPr>
        <p:spPr bwMode="auto">
          <a:xfrm>
            <a:off x="1339975" y="2541026"/>
            <a:ext cx="9512049" cy="6648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25399" tIns="25399" rIns="25399" bIns="25399" anchor="ctr">
            <a:spAutoFit/>
          </a:bodyPr>
          <a:lstStyle>
            <a:lvl1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742950" indent="-285750"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marL="1143000" indent="-228600"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marL="1600200" indent="-228600"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marL="2057400" indent="-228600"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696595">
              <a:spcBef>
                <a:spcPts val="455"/>
              </a:spcBef>
              <a:defRPr/>
            </a:pPr>
            <a:r>
              <a:rPr lang="zh-CN" altLang="en-US" sz="40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Avenir Next" charset="0"/>
              </a:rPr>
              <a:t>准静态转向瞬心分析和前轮转角标定</a:t>
            </a:r>
          </a:p>
        </p:txBody>
      </p:sp>
      <p:sp>
        <p:nvSpPr>
          <p:cNvPr id="3079" name="Text Box 6"/>
          <p:cNvSpPr txBox="1"/>
          <p:nvPr/>
        </p:nvSpPr>
        <p:spPr bwMode="auto">
          <a:xfrm>
            <a:off x="9673043" y="6012678"/>
            <a:ext cx="1328420" cy="233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25399" tIns="25399" rIns="25399" bIns="25399" anchor="ctr">
            <a:spAutoFit/>
          </a:bodyPr>
          <a:lstStyle>
            <a:lvl1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742950" indent="-285750"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marL="1143000" indent="-228600"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marL="1600200" indent="-228600"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marL="2057400" indent="-228600"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696595">
              <a:defRPr/>
            </a:pPr>
            <a:r>
              <a:rPr lang="zh-CN" altLang="zh-CN" sz="1200" b="0" dirty="0">
                <a:solidFill>
                  <a:srgbClr val="FFFFFF"/>
                </a:solidFill>
                <a:latin typeface="Avenir Next Medium" charset="0"/>
                <a:ea typeface="宋体" panose="02010600030101010101" pitchFamily="2" charset="-122"/>
                <a:sym typeface="Avenir Next Medium" charset="0"/>
              </a:rPr>
              <a:t>／ </a:t>
            </a:r>
            <a:r>
              <a:rPr lang="en-US" altLang="zh-CN" sz="1200" b="0" dirty="0">
                <a:solidFill>
                  <a:srgbClr val="FFFFFF"/>
                </a:solidFill>
                <a:latin typeface="Avenir Next Medium" charset="0"/>
                <a:ea typeface="宋体" panose="02010600030101010101" pitchFamily="2" charset="-122"/>
                <a:sym typeface="Avenir Next Medium" charset="0"/>
              </a:rPr>
              <a:t>Dec.</a:t>
            </a:r>
            <a:r>
              <a:rPr lang="zh-CN" altLang="zh-CN" sz="1200" b="0" dirty="0">
                <a:solidFill>
                  <a:srgbClr val="FFFFFF"/>
                </a:solidFill>
                <a:latin typeface="Avenir Next Medium" charset="0"/>
                <a:ea typeface="宋体" panose="02010600030101010101" pitchFamily="2" charset="-122"/>
                <a:sym typeface="Avenir Next Medium" charset="0"/>
              </a:rPr>
              <a:t>／202</a:t>
            </a:r>
            <a:r>
              <a:rPr lang="en-US" altLang="zh-CN" sz="1200" b="0" dirty="0">
                <a:solidFill>
                  <a:srgbClr val="FFFFFF"/>
                </a:solidFill>
                <a:latin typeface="Avenir Next Medium" charset="0"/>
                <a:ea typeface="宋体" panose="02010600030101010101" pitchFamily="2" charset="-122"/>
                <a:sym typeface="Avenir Next Medium" charset="0"/>
              </a:rPr>
              <a:t>2</a:t>
            </a:r>
            <a:r>
              <a:rPr lang="zh-CN" altLang="zh-CN" sz="1200" b="0" dirty="0">
                <a:solidFill>
                  <a:srgbClr val="FFFFFF"/>
                </a:solidFill>
                <a:latin typeface="Avenir Next Medium" charset="0"/>
                <a:ea typeface="宋体" panose="02010600030101010101" pitchFamily="2" charset="-122"/>
                <a:sym typeface="Avenir Next Medium" charset="0"/>
              </a:rPr>
              <a:t>／</a:t>
            </a:r>
          </a:p>
        </p:txBody>
      </p:sp>
      <p:sp>
        <p:nvSpPr>
          <p:cNvPr id="9" name="矩形 8"/>
          <p:cNvSpPr/>
          <p:nvPr/>
        </p:nvSpPr>
        <p:spPr>
          <a:xfrm>
            <a:off x="3313316" y="3512668"/>
            <a:ext cx="5399809" cy="17999"/>
          </a:xfrm>
          <a:prstGeom prst="rect">
            <a:avLst/>
          </a:prstGeom>
          <a:gradFill flip="none" rotWithShape="1">
            <a:gsLst>
              <a:gs pos="50000">
                <a:srgbClr val="F85802"/>
              </a:gs>
              <a:gs pos="0">
                <a:sysClr val="window" lastClr="FFFFFF">
                  <a:alpha val="0"/>
                </a:sysClr>
              </a:gs>
              <a:gs pos="91000">
                <a:srgbClr val="FDD1B9"/>
              </a:gs>
              <a:gs pos="10000">
                <a:srgbClr val="FDD4BE"/>
              </a:gs>
              <a:gs pos="100000">
                <a:sysClr val="window" lastClr="FFFFFF">
                  <a:alpha val="0"/>
                </a:sys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" dist="127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696595">
              <a:defRPr/>
            </a:pPr>
            <a:endParaRPr lang="zh-CN" altLang="en-US" sz="2000" kern="0" dirty="0">
              <a:solidFill>
                <a:prstClr val="white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3549922"/>
            <a:ext cx="12191999" cy="650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30000"/>
              </a:lnSpc>
              <a:defRPr/>
            </a:pPr>
            <a:r>
              <a:rPr 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丁能根</a:t>
            </a:r>
            <a:endParaRPr lang="zh-CN" altLang="en-US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9758" y="291664"/>
            <a:ext cx="2326344" cy="6376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1355" y="205757"/>
            <a:ext cx="94498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  <a:sym typeface="Arial" panose="020B0604020202020204" pitchFamily="34" charset="0"/>
              </a:rPr>
              <a:t>双驱动桥矿卡整车参数</a:t>
            </a:r>
            <a:endParaRPr lang="en-US" altLang="zh-CN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743CC1EB-3C50-4A74-9347-DC1E25730D6A}"/>
              </a:ext>
            </a:extLst>
          </p:cNvPr>
          <p:cNvGrpSpPr/>
          <p:nvPr/>
        </p:nvGrpSpPr>
        <p:grpSpPr>
          <a:xfrm>
            <a:off x="1866533" y="1311230"/>
            <a:ext cx="7110045" cy="4480384"/>
            <a:chOff x="1866533" y="1311230"/>
            <a:chExt cx="7110045" cy="4480384"/>
          </a:xfrm>
        </p:grpSpPr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3D663F10-4501-4C37-A52F-9C58418FB52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071654" y="2558437"/>
              <a:ext cx="1176601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</p:spPr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4C097F18-FB54-4198-A2E8-E6C2B61A526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071654" y="4928187"/>
              <a:ext cx="1176601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</p:spPr>
        </p:cxn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413D06A9-BAE9-48E4-B7DA-B57B82674D2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712578" y="2303256"/>
              <a:ext cx="6264000" cy="2869480"/>
              <a:chOff x="384048" y="1544999"/>
              <a:chExt cx="5111496" cy="2341537"/>
            </a:xfrm>
          </p:grpSpPr>
          <p:grpSp>
            <p:nvGrpSpPr>
              <p:cNvPr id="4" name="组合 3">
                <a:extLst>
                  <a:ext uri="{FF2B5EF4-FFF2-40B4-BE49-F238E27FC236}">
                    <a16:creationId xmlns:a16="http://schemas.microsoft.com/office/drawing/2014/main" id="{67D70E22-719E-419A-87DC-1FBF92DD660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56977" y="1544999"/>
                <a:ext cx="4952086" cy="2341537"/>
                <a:chOff x="978408" y="1665033"/>
                <a:chExt cx="7074408" cy="3345053"/>
              </a:xfrm>
            </p:grpSpPr>
            <p:sp>
              <p:nvSpPr>
                <p:cNvPr id="3" name="矩形: 圆角 2">
                  <a:extLst>
                    <a:ext uri="{FF2B5EF4-FFF2-40B4-BE49-F238E27FC236}">
                      <a16:creationId xmlns:a16="http://schemas.microsoft.com/office/drawing/2014/main" id="{A14974F4-0316-4966-AE9A-5A263FF2FB29}"/>
                    </a:ext>
                  </a:extLst>
                </p:cNvPr>
                <p:cNvSpPr/>
                <p:nvPr/>
              </p:nvSpPr>
              <p:spPr bwMode="auto">
                <a:xfrm>
                  <a:off x="978408" y="1665033"/>
                  <a:ext cx="1371600" cy="583565"/>
                </a:xfrm>
                <a:prstGeom prst="roundRect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</p:spPr>
              <p:txBody>
                <a:bodyPr vert="horz" wrap="square" lIns="0" tIns="0" rIns="0" bIns="0" numCol="1" rtlCol="0" anchor="ctr" anchorCtr="0" compatLnSpc="1">
                  <a:spAutoFit/>
                </a:bodyPr>
                <a:lstStyle/>
                <a:p>
                  <a:pPr marL="0" marR="0" indent="0" algn="ctr" defTabSz="825500" rtl="0" eaLnBrk="1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3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 Neue" charset="0"/>
                    <a:ea typeface="Helvetica Neue" charset="0"/>
                    <a:cs typeface="Helvetica Neue" charset="0"/>
                    <a:sym typeface="Helvetica Neue" charset="0"/>
                  </a:endParaRPr>
                </a:p>
              </p:txBody>
            </p:sp>
            <p:sp>
              <p:nvSpPr>
                <p:cNvPr id="5" name="矩形: 圆角 4">
                  <a:extLst>
                    <a:ext uri="{FF2B5EF4-FFF2-40B4-BE49-F238E27FC236}">
                      <a16:creationId xmlns:a16="http://schemas.microsoft.com/office/drawing/2014/main" id="{2D9E146E-D5F1-430E-A55F-A5058153009A}"/>
                    </a:ext>
                  </a:extLst>
                </p:cNvPr>
                <p:cNvSpPr/>
                <p:nvPr/>
              </p:nvSpPr>
              <p:spPr bwMode="auto">
                <a:xfrm>
                  <a:off x="996696" y="4426521"/>
                  <a:ext cx="1371600" cy="583565"/>
                </a:xfrm>
                <a:prstGeom prst="roundRect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</p:spPr>
              <p:txBody>
                <a:bodyPr vert="horz" wrap="square" lIns="0" tIns="0" rIns="0" bIns="0" numCol="1" rtlCol="0" anchor="ctr" anchorCtr="0" compatLnSpc="1">
                  <a:spAutoFit/>
                </a:bodyPr>
                <a:lstStyle/>
                <a:p>
                  <a:pPr marL="0" marR="0" indent="0" algn="ctr" defTabSz="825500" rtl="0" eaLnBrk="1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3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 Neue" charset="0"/>
                    <a:ea typeface="Helvetica Neue" charset="0"/>
                    <a:cs typeface="Helvetica Neue" charset="0"/>
                    <a:sym typeface="Helvetica Neue" charset="0"/>
                  </a:endParaRPr>
                </a:p>
              </p:txBody>
            </p:sp>
            <p:sp>
              <p:nvSpPr>
                <p:cNvPr id="6" name="矩形: 圆角 5">
                  <a:extLst>
                    <a:ext uri="{FF2B5EF4-FFF2-40B4-BE49-F238E27FC236}">
                      <a16:creationId xmlns:a16="http://schemas.microsoft.com/office/drawing/2014/main" id="{0FECB915-6B39-4D17-869F-B30CCAEDDC3E}"/>
                    </a:ext>
                  </a:extLst>
                </p:cNvPr>
                <p:cNvSpPr/>
                <p:nvPr/>
              </p:nvSpPr>
              <p:spPr bwMode="auto">
                <a:xfrm>
                  <a:off x="4724400" y="4426521"/>
                  <a:ext cx="1371600" cy="583565"/>
                </a:xfrm>
                <a:prstGeom prst="roundRect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</p:spPr>
              <p:txBody>
                <a:bodyPr vert="horz" wrap="square" lIns="0" tIns="0" rIns="0" bIns="0" numCol="1" rtlCol="0" anchor="ctr" anchorCtr="0" compatLnSpc="1">
                  <a:spAutoFit/>
                </a:bodyPr>
                <a:lstStyle/>
                <a:p>
                  <a:pPr marL="0" marR="0" indent="0" algn="ctr" defTabSz="825500" rtl="0" eaLnBrk="1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3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 Neue" charset="0"/>
                    <a:ea typeface="Helvetica Neue" charset="0"/>
                    <a:cs typeface="Helvetica Neue" charset="0"/>
                    <a:sym typeface="Helvetica Neue" charset="0"/>
                  </a:endParaRPr>
                </a:p>
              </p:txBody>
            </p:sp>
            <p:sp>
              <p:nvSpPr>
                <p:cNvPr id="7" name="矩形: 圆角 6">
                  <a:extLst>
                    <a:ext uri="{FF2B5EF4-FFF2-40B4-BE49-F238E27FC236}">
                      <a16:creationId xmlns:a16="http://schemas.microsoft.com/office/drawing/2014/main" id="{84745CF7-6454-46FE-B930-AA15552AAE5C}"/>
                    </a:ext>
                  </a:extLst>
                </p:cNvPr>
                <p:cNvSpPr/>
                <p:nvPr/>
              </p:nvSpPr>
              <p:spPr bwMode="auto">
                <a:xfrm>
                  <a:off x="4724400" y="3760660"/>
                  <a:ext cx="1371600" cy="583565"/>
                </a:xfrm>
                <a:prstGeom prst="roundRect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</p:spPr>
              <p:txBody>
                <a:bodyPr vert="horz" wrap="square" lIns="0" tIns="0" rIns="0" bIns="0" numCol="1" rtlCol="0" anchor="ctr" anchorCtr="0" compatLnSpc="1">
                  <a:spAutoFit/>
                </a:bodyPr>
                <a:lstStyle/>
                <a:p>
                  <a:pPr marL="0" marR="0" indent="0" algn="ctr" defTabSz="825500" rtl="0" eaLnBrk="1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3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 Neue" charset="0"/>
                    <a:ea typeface="Helvetica Neue" charset="0"/>
                    <a:cs typeface="Helvetica Neue" charset="0"/>
                    <a:sym typeface="Helvetica Neue" charset="0"/>
                  </a:endParaRPr>
                </a:p>
              </p:txBody>
            </p:sp>
            <p:sp>
              <p:nvSpPr>
                <p:cNvPr id="8" name="矩形: 圆角 7">
                  <a:extLst>
                    <a:ext uri="{FF2B5EF4-FFF2-40B4-BE49-F238E27FC236}">
                      <a16:creationId xmlns:a16="http://schemas.microsoft.com/office/drawing/2014/main" id="{36BD5A8F-197F-41D9-9D23-8B2E981729B2}"/>
                    </a:ext>
                  </a:extLst>
                </p:cNvPr>
                <p:cNvSpPr/>
                <p:nvPr/>
              </p:nvSpPr>
              <p:spPr bwMode="auto">
                <a:xfrm>
                  <a:off x="4724400" y="2330894"/>
                  <a:ext cx="1371600" cy="583565"/>
                </a:xfrm>
                <a:prstGeom prst="roundRect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</p:spPr>
              <p:txBody>
                <a:bodyPr vert="horz" wrap="square" lIns="0" tIns="0" rIns="0" bIns="0" numCol="1" rtlCol="0" anchor="ctr" anchorCtr="0" compatLnSpc="1">
                  <a:spAutoFit/>
                </a:bodyPr>
                <a:lstStyle/>
                <a:p>
                  <a:pPr marL="0" marR="0" indent="0" algn="ctr" defTabSz="825500" rtl="0" eaLnBrk="1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3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 Neue" charset="0"/>
                    <a:ea typeface="Helvetica Neue" charset="0"/>
                    <a:cs typeface="Helvetica Neue" charset="0"/>
                    <a:sym typeface="Helvetica Neue" charset="0"/>
                  </a:endParaRPr>
                </a:p>
              </p:txBody>
            </p:sp>
            <p:sp>
              <p:nvSpPr>
                <p:cNvPr id="9" name="矩形: 圆角 8">
                  <a:extLst>
                    <a:ext uri="{FF2B5EF4-FFF2-40B4-BE49-F238E27FC236}">
                      <a16:creationId xmlns:a16="http://schemas.microsoft.com/office/drawing/2014/main" id="{5B4CDB29-F973-468E-9A6E-C4DA1220E9B9}"/>
                    </a:ext>
                  </a:extLst>
                </p:cNvPr>
                <p:cNvSpPr/>
                <p:nvPr/>
              </p:nvSpPr>
              <p:spPr bwMode="auto">
                <a:xfrm>
                  <a:off x="4724400" y="1665033"/>
                  <a:ext cx="1371600" cy="583565"/>
                </a:xfrm>
                <a:prstGeom prst="roundRect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</p:spPr>
              <p:txBody>
                <a:bodyPr vert="horz" wrap="square" lIns="0" tIns="0" rIns="0" bIns="0" numCol="1" rtlCol="0" anchor="ctr" anchorCtr="0" compatLnSpc="1">
                  <a:spAutoFit/>
                </a:bodyPr>
                <a:lstStyle/>
                <a:p>
                  <a:pPr marL="0" marR="0" indent="0" algn="ctr" defTabSz="825500" rtl="0" eaLnBrk="1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3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 Neue" charset="0"/>
                    <a:ea typeface="Helvetica Neue" charset="0"/>
                    <a:cs typeface="Helvetica Neue" charset="0"/>
                    <a:sym typeface="Helvetica Neue" charset="0"/>
                  </a:endParaRPr>
                </a:p>
              </p:txBody>
            </p:sp>
            <p:sp>
              <p:nvSpPr>
                <p:cNvPr id="10" name="矩形: 圆角 9">
                  <a:extLst>
                    <a:ext uri="{FF2B5EF4-FFF2-40B4-BE49-F238E27FC236}">
                      <a16:creationId xmlns:a16="http://schemas.microsoft.com/office/drawing/2014/main" id="{3B18355C-6D47-435B-9263-F9FB154F0479}"/>
                    </a:ext>
                  </a:extLst>
                </p:cNvPr>
                <p:cNvSpPr/>
                <p:nvPr/>
              </p:nvSpPr>
              <p:spPr bwMode="auto">
                <a:xfrm>
                  <a:off x="6681216" y="4426521"/>
                  <a:ext cx="1371600" cy="583565"/>
                </a:xfrm>
                <a:prstGeom prst="roundRect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</p:spPr>
              <p:txBody>
                <a:bodyPr vert="horz" wrap="square" lIns="0" tIns="0" rIns="0" bIns="0" numCol="1" rtlCol="0" anchor="ctr" anchorCtr="0" compatLnSpc="1">
                  <a:spAutoFit/>
                </a:bodyPr>
                <a:lstStyle/>
                <a:p>
                  <a:pPr marL="0" marR="0" indent="0" algn="ctr" defTabSz="825500" rtl="0" eaLnBrk="1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3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 Neue" charset="0"/>
                    <a:ea typeface="Helvetica Neue" charset="0"/>
                    <a:cs typeface="Helvetica Neue" charset="0"/>
                    <a:sym typeface="Helvetica Neue" charset="0"/>
                  </a:endParaRPr>
                </a:p>
              </p:txBody>
            </p:sp>
            <p:sp>
              <p:nvSpPr>
                <p:cNvPr id="11" name="矩形: 圆角 10">
                  <a:extLst>
                    <a:ext uri="{FF2B5EF4-FFF2-40B4-BE49-F238E27FC236}">
                      <a16:creationId xmlns:a16="http://schemas.microsoft.com/office/drawing/2014/main" id="{37467D3E-55FD-4C8B-8C91-5F3448061107}"/>
                    </a:ext>
                  </a:extLst>
                </p:cNvPr>
                <p:cNvSpPr/>
                <p:nvPr/>
              </p:nvSpPr>
              <p:spPr bwMode="auto">
                <a:xfrm>
                  <a:off x="6681216" y="3760660"/>
                  <a:ext cx="1371600" cy="583565"/>
                </a:xfrm>
                <a:prstGeom prst="roundRect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</p:spPr>
              <p:txBody>
                <a:bodyPr vert="horz" wrap="square" lIns="0" tIns="0" rIns="0" bIns="0" numCol="1" rtlCol="0" anchor="ctr" anchorCtr="0" compatLnSpc="1">
                  <a:spAutoFit/>
                </a:bodyPr>
                <a:lstStyle/>
                <a:p>
                  <a:pPr marL="0" marR="0" indent="0" algn="ctr" defTabSz="825500" rtl="0" eaLnBrk="1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3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 Neue" charset="0"/>
                    <a:ea typeface="Helvetica Neue" charset="0"/>
                    <a:cs typeface="Helvetica Neue" charset="0"/>
                    <a:sym typeface="Helvetica Neue" charset="0"/>
                  </a:endParaRPr>
                </a:p>
              </p:txBody>
            </p:sp>
            <p:sp>
              <p:nvSpPr>
                <p:cNvPr id="12" name="矩形: 圆角 11">
                  <a:extLst>
                    <a:ext uri="{FF2B5EF4-FFF2-40B4-BE49-F238E27FC236}">
                      <a16:creationId xmlns:a16="http://schemas.microsoft.com/office/drawing/2014/main" id="{AD00B17F-063F-43C6-BC06-8F2D25D61528}"/>
                    </a:ext>
                  </a:extLst>
                </p:cNvPr>
                <p:cNvSpPr/>
                <p:nvPr/>
              </p:nvSpPr>
              <p:spPr bwMode="auto">
                <a:xfrm>
                  <a:off x="6681216" y="2330894"/>
                  <a:ext cx="1371600" cy="583565"/>
                </a:xfrm>
                <a:prstGeom prst="roundRect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</p:spPr>
              <p:txBody>
                <a:bodyPr vert="horz" wrap="square" lIns="0" tIns="0" rIns="0" bIns="0" numCol="1" rtlCol="0" anchor="ctr" anchorCtr="0" compatLnSpc="1">
                  <a:spAutoFit/>
                </a:bodyPr>
                <a:lstStyle/>
                <a:p>
                  <a:pPr marL="0" marR="0" indent="0" algn="ctr" defTabSz="825500" rtl="0" eaLnBrk="1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3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 Neue" charset="0"/>
                    <a:ea typeface="Helvetica Neue" charset="0"/>
                    <a:cs typeface="Helvetica Neue" charset="0"/>
                    <a:sym typeface="Helvetica Neue" charset="0"/>
                  </a:endParaRPr>
                </a:p>
              </p:txBody>
            </p:sp>
            <p:sp>
              <p:nvSpPr>
                <p:cNvPr id="13" name="矩形: 圆角 12">
                  <a:extLst>
                    <a:ext uri="{FF2B5EF4-FFF2-40B4-BE49-F238E27FC236}">
                      <a16:creationId xmlns:a16="http://schemas.microsoft.com/office/drawing/2014/main" id="{6A3C16A0-D916-4462-B99B-C02072FD2DE5}"/>
                    </a:ext>
                  </a:extLst>
                </p:cNvPr>
                <p:cNvSpPr/>
                <p:nvPr/>
              </p:nvSpPr>
              <p:spPr bwMode="auto">
                <a:xfrm>
                  <a:off x="6681216" y="1665033"/>
                  <a:ext cx="1371600" cy="583565"/>
                </a:xfrm>
                <a:prstGeom prst="roundRect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</p:spPr>
              <p:txBody>
                <a:bodyPr vert="horz" wrap="square" lIns="0" tIns="0" rIns="0" bIns="0" numCol="1" rtlCol="0" anchor="ctr" anchorCtr="0" compatLnSpc="1">
                  <a:spAutoFit/>
                </a:bodyPr>
                <a:lstStyle/>
                <a:p>
                  <a:pPr marL="0" marR="0" indent="0" algn="ctr" defTabSz="825500" rtl="0" eaLnBrk="1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3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 Neue" charset="0"/>
                    <a:ea typeface="Helvetica Neue" charset="0"/>
                    <a:cs typeface="Helvetica Neue" charset="0"/>
                    <a:sym typeface="Helvetica Neue" charset="0"/>
                  </a:endParaRPr>
                </a:p>
              </p:txBody>
            </p:sp>
          </p:grp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F8043C41-D575-4FE6-9E6C-A7E7661140B8}"/>
                  </a:ext>
                </a:extLst>
              </p:cNvPr>
              <p:cNvCxnSpPr/>
              <p:nvPr/>
            </p:nvCxnSpPr>
            <p:spPr bwMode="auto">
              <a:xfrm>
                <a:off x="384048" y="2715768"/>
                <a:ext cx="5111496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lgDashDot"/>
                <a:miter lim="400000"/>
                <a:headEnd type="none" w="med" len="med"/>
                <a:tailEnd type="none" w="med" len="med"/>
              </a:ln>
            </p:spPr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02506126-F2B5-4190-9D8E-74AE86CBE61F}"/>
                  </a:ext>
                </a:extLst>
              </p:cNvPr>
              <p:cNvCxnSpPr>
                <a:cxnSpLocks/>
                <a:stCxn id="3" idx="2"/>
                <a:endCxn id="5" idx="0"/>
              </p:cNvCxnSpPr>
              <p:nvPr/>
            </p:nvCxnSpPr>
            <p:spPr bwMode="auto">
              <a:xfrm>
                <a:off x="937037" y="1953494"/>
                <a:ext cx="12802" cy="152454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lgDashDot"/>
                <a:miter lim="400000"/>
                <a:headEnd type="none" w="med" len="med"/>
                <a:tailEnd type="none" w="med" len="med"/>
              </a:ln>
            </p:spPr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B0E5FB67-1CE5-4926-9F0C-FE7230170091}"/>
                  </a:ext>
                </a:extLst>
              </p:cNvPr>
              <p:cNvCxnSpPr>
                <a:cxnSpLocks/>
                <a:stCxn id="8" idx="2"/>
                <a:endCxn id="7" idx="0"/>
              </p:cNvCxnSpPr>
              <p:nvPr/>
            </p:nvCxnSpPr>
            <p:spPr bwMode="auto">
              <a:xfrm>
                <a:off x="3559232" y="2419597"/>
                <a:ext cx="0" cy="592341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lgDashDot"/>
                <a:miter lim="400000"/>
                <a:headEnd type="none" w="med" len="med"/>
                <a:tailEnd type="none" w="med" len="med"/>
              </a:ln>
            </p:spPr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B4078049-68AA-44B0-9DC5-19D6271C0DFF}"/>
                  </a:ext>
                </a:extLst>
              </p:cNvPr>
              <p:cNvCxnSpPr>
                <a:cxnSpLocks/>
                <a:stCxn id="12" idx="2"/>
                <a:endCxn id="11" idx="0"/>
              </p:cNvCxnSpPr>
              <p:nvPr/>
            </p:nvCxnSpPr>
            <p:spPr bwMode="auto">
              <a:xfrm>
                <a:off x="4929003" y="2419597"/>
                <a:ext cx="0" cy="592341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lgDashDot"/>
                <a:miter lim="400000"/>
                <a:headEnd type="none" w="med" len="med"/>
                <a:tailEnd type="none" w="med" len="med"/>
              </a:ln>
            </p:spPr>
          </p:cxnSp>
        </p:grp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C827E244-8D20-426E-9AA8-88A631AB59AF}"/>
                </a:ext>
              </a:extLst>
            </p:cNvPr>
            <p:cNvCxnSpPr>
              <a:stCxn id="3" idx="0"/>
            </p:cNvCxnSpPr>
            <p:nvPr/>
          </p:nvCxnSpPr>
          <p:spPr bwMode="auto">
            <a:xfrm flipH="1" flipV="1">
              <a:off x="3390251" y="1696457"/>
              <a:ext cx="1" cy="606799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</p:spPr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E91C6AB8-463E-430F-BA56-8175300DE647}"/>
                </a:ext>
              </a:extLst>
            </p:cNvPr>
            <p:cNvCxnSpPr>
              <a:cxnSpLocks/>
              <a:stCxn id="9" idx="0"/>
            </p:cNvCxnSpPr>
            <p:nvPr/>
          </p:nvCxnSpPr>
          <p:spPr bwMode="auto">
            <a:xfrm flipV="1">
              <a:off x="6603680" y="1696457"/>
              <a:ext cx="0" cy="606799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</p:spPr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C28CB944-5F65-4BFF-8C9C-CE3A4C004782}"/>
                </a:ext>
              </a:extLst>
            </p:cNvPr>
            <p:cNvCxnSpPr>
              <a:stCxn id="13" idx="0"/>
            </p:cNvCxnSpPr>
            <p:nvPr/>
          </p:nvCxnSpPr>
          <p:spPr bwMode="auto">
            <a:xfrm flipH="1" flipV="1">
              <a:off x="8282297" y="1696457"/>
              <a:ext cx="1" cy="606799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</p:spPr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452AC393-1D19-4448-9AAF-30BE7B02A59F}"/>
                </a:ext>
              </a:extLst>
            </p:cNvPr>
            <p:cNvCxnSpPr/>
            <p:nvPr/>
          </p:nvCxnSpPr>
          <p:spPr bwMode="auto">
            <a:xfrm>
              <a:off x="3390251" y="1768646"/>
              <a:ext cx="3213429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miter lim="400000"/>
              <a:headEnd type="triangle" w="sm" len="lg"/>
              <a:tailEnd type="triangle" w="sm" len="lg"/>
            </a:ln>
          </p:spPr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F32A2489-8316-4013-BB5A-AE5AA8E444E9}"/>
                </a:ext>
              </a:extLst>
            </p:cNvPr>
            <p:cNvCxnSpPr/>
            <p:nvPr/>
          </p:nvCxnSpPr>
          <p:spPr bwMode="auto">
            <a:xfrm>
              <a:off x="6603680" y="1768646"/>
              <a:ext cx="1678617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miter lim="400000"/>
              <a:headEnd type="triangle" w="sm" len="lg"/>
              <a:tailEnd type="triangle" w="sm" len="lg"/>
            </a:ln>
          </p:spPr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5E460638-511F-4EB2-9C15-7782FD742D55}"/>
                </a:ext>
              </a:extLst>
            </p:cNvPr>
            <p:cNvCxnSpPr/>
            <p:nvPr/>
          </p:nvCxnSpPr>
          <p:spPr bwMode="auto">
            <a:xfrm>
              <a:off x="7449726" y="3739614"/>
              <a:ext cx="0" cy="20520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miter lim="400000"/>
              <a:headEnd type="oval" w="lg" len="lg"/>
              <a:tailEnd type="none" w="med" len="med"/>
            </a:ln>
          </p:spPr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2BEAE50B-7641-407F-93A1-FB0DBF9192BC}"/>
                </a:ext>
              </a:extLst>
            </p:cNvPr>
            <p:cNvCxnSpPr>
              <a:stCxn id="5" idx="2"/>
            </p:cNvCxnSpPr>
            <p:nvPr/>
          </p:nvCxnSpPr>
          <p:spPr bwMode="auto">
            <a:xfrm flipH="1">
              <a:off x="3390251" y="5172736"/>
              <a:ext cx="15689" cy="606846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</p:spPr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EF2279C4-F1F4-4966-9963-A1C71B4C62D3}"/>
                </a:ext>
              </a:extLst>
            </p:cNvPr>
            <p:cNvCxnSpPr/>
            <p:nvPr/>
          </p:nvCxnSpPr>
          <p:spPr bwMode="auto">
            <a:xfrm>
              <a:off x="3393907" y="5606720"/>
              <a:ext cx="40320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miter lim="400000"/>
              <a:headEnd type="triangle" w="sm" len="lg"/>
              <a:tailEnd type="triangle" w="sm" len="lg"/>
            </a:ln>
          </p:spPr>
        </p:cxn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9E1AFC0B-18F6-42DF-859E-281C952B149C}"/>
                </a:ext>
              </a:extLst>
            </p:cNvPr>
            <p:cNvSpPr txBox="1"/>
            <p:nvPr/>
          </p:nvSpPr>
          <p:spPr>
            <a:xfrm>
              <a:off x="4657967" y="1311328"/>
              <a:ext cx="534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D2255C1A-1E0E-4B73-932E-60B7F1898DF5}"/>
                </a:ext>
              </a:extLst>
            </p:cNvPr>
            <p:cNvSpPr txBox="1"/>
            <p:nvPr/>
          </p:nvSpPr>
          <p:spPr>
            <a:xfrm>
              <a:off x="7191980" y="1311230"/>
              <a:ext cx="534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8F79382E-1ECD-4947-B718-6FA6F4CBC50C}"/>
                </a:ext>
              </a:extLst>
            </p:cNvPr>
            <p:cNvSpPr txBox="1"/>
            <p:nvPr/>
          </p:nvSpPr>
          <p:spPr>
            <a:xfrm>
              <a:off x="4379500" y="5128990"/>
              <a:ext cx="13915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L=L</a:t>
              </a:r>
              <a:r>
                <a:rPr lang="en-US" altLang="zh-CN" sz="20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+L</a:t>
              </a:r>
              <a:r>
                <a:rPr lang="en-US" altLang="zh-CN" sz="20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 </a:t>
              </a:r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/2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D1C299D5-779A-4C06-B330-718E16DF0974}"/>
                </a:ext>
              </a:extLst>
            </p:cNvPr>
            <p:cNvSpPr txBox="1"/>
            <p:nvPr/>
          </p:nvSpPr>
          <p:spPr>
            <a:xfrm>
              <a:off x="7272023" y="3210292"/>
              <a:ext cx="534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42068F0E-AE09-487A-BE78-729DAF71EC3E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2307797" y="2558437"/>
              <a:ext cx="0" cy="2376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0000"/>
              </a:solidFill>
              <a:prstDash val="solid"/>
              <a:miter lim="400000"/>
              <a:headEnd type="triangle" w="sm" len="lg"/>
              <a:tailEnd type="triangle" w="sm" len="lg"/>
            </a:ln>
          </p:spPr>
        </p:cxn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3A95CBC6-391C-4E55-BD14-BC86676F65C0}"/>
                </a:ext>
              </a:extLst>
            </p:cNvPr>
            <p:cNvSpPr txBox="1"/>
            <p:nvPr/>
          </p:nvSpPr>
          <p:spPr>
            <a:xfrm>
              <a:off x="1866533" y="3546382"/>
              <a:ext cx="534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1355" y="205757"/>
            <a:ext cx="94498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  <a:sym typeface="Arial" panose="020B0604020202020204" pitchFamily="34" charset="0"/>
              </a:rPr>
              <a:t>准静态转向瞬心分析</a:t>
            </a:r>
            <a:endParaRPr lang="en-US" altLang="zh-CN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65" name="图片 64">
            <a:extLst>
              <a:ext uri="{FF2B5EF4-FFF2-40B4-BE49-F238E27FC236}">
                <a16:creationId xmlns:a16="http://schemas.microsoft.com/office/drawing/2014/main" id="{3C57840A-43F7-4A6D-B842-F60C03D81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636704" y="1939632"/>
            <a:ext cx="4572000" cy="3207544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36F958D5-D1E2-4CDD-8673-7F6DCB555150}"/>
              </a:ext>
            </a:extLst>
          </p:cNvPr>
          <p:cNvGrpSpPr/>
          <p:nvPr/>
        </p:nvGrpSpPr>
        <p:grpSpPr>
          <a:xfrm>
            <a:off x="4875186" y="320970"/>
            <a:ext cx="5836467" cy="6460078"/>
            <a:chOff x="4875186" y="320970"/>
            <a:chExt cx="5836467" cy="6460078"/>
          </a:xfrm>
        </p:grpSpPr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28CB45BA-56B7-43D6-BB36-55EAD7EC54C0}"/>
                </a:ext>
              </a:extLst>
            </p:cNvPr>
            <p:cNvCxnSpPr>
              <a:cxnSpLocks/>
            </p:cNvCxnSpPr>
            <p:nvPr/>
          </p:nvCxnSpPr>
          <p:spPr bwMode="auto">
            <a:xfrm rot="-2700000">
              <a:off x="5486695" y="3814787"/>
              <a:ext cx="7920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B050"/>
              </a:solidFill>
              <a:prstDash val="solid"/>
              <a:miter lim="400000"/>
              <a:headEnd type="none" w="med" len="med"/>
              <a:tailEnd type="none" w="med" len="med"/>
            </a:ln>
          </p:spPr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EC312C38-1625-4655-AE2A-F6D29CCD4F28}"/>
                </a:ext>
              </a:extLst>
            </p:cNvPr>
            <p:cNvCxnSpPr>
              <a:cxnSpLocks noChangeAspect="1"/>
            </p:cNvCxnSpPr>
            <p:nvPr/>
          </p:nvCxnSpPr>
          <p:spPr bwMode="auto">
            <a:xfrm rot="-2040000" flipV="1">
              <a:off x="6068657" y="2895975"/>
              <a:ext cx="253441" cy="116127"/>
            </a:xfrm>
            <a:prstGeom prst="line">
              <a:avLst/>
            </a:prstGeom>
            <a:solidFill>
              <a:schemeClr val="accent1"/>
            </a:solidFill>
            <a:ln w="63500" cap="flat" cmpd="sng" algn="ctr">
              <a:solidFill>
                <a:srgbClr val="EA5911"/>
              </a:solidFill>
              <a:prstDash val="solid"/>
              <a:miter lim="400000"/>
              <a:headEnd type="none" w="med" len="med"/>
              <a:tailEnd type="none" w="med" len="med"/>
            </a:ln>
          </p:spPr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EE665576-DDB5-476B-9AFF-9A8C3648312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116275" y="1655082"/>
              <a:ext cx="253441" cy="116127"/>
            </a:xfrm>
            <a:prstGeom prst="line">
              <a:avLst/>
            </a:prstGeom>
            <a:solidFill>
              <a:schemeClr val="accent1"/>
            </a:solidFill>
            <a:ln w="63500" cap="flat" cmpd="sng" algn="ctr">
              <a:solidFill>
                <a:srgbClr val="EA5911"/>
              </a:solidFill>
              <a:prstDash val="solid"/>
              <a:miter lim="400000"/>
              <a:headEnd type="none" w="med" len="med"/>
              <a:tailEnd type="none" w="med" len="med"/>
            </a:ln>
          </p:spPr>
        </p:cxn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2FAA5D7E-EC40-43C4-B193-33B8E1A4AE44}"/>
                </a:ext>
              </a:extLst>
            </p:cNvPr>
            <p:cNvGrpSpPr/>
            <p:nvPr/>
          </p:nvGrpSpPr>
          <p:grpSpPr>
            <a:xfrm>
              <a:off x="5059653" y="689819"/>
              <a:ext cx="5652000" cy="5770352"/>
              <a:chOff x="5059653" y="689819"/>
              <a:chExt cx="5652000" cy="5770352"/>
            </a:xfrm>
          </p:grpSpPr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D8756DC3-BBB3-42D5-891F-3137197E6E1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419677" y="1257403"/>
                <a:ext cx="5139614" cy="2341537"/>
                <a:chOff x="710511" y="1665033"/>
                <a:chExt cx="7342305" cy="3345053"/>
              </a:xfrm>
            </p:grpSpPr>
            <p:sp>
              <p:nvSpPr>
                <p:cNvPr id="32" name="矩形: 圆角 31">
                  <a:extLst>
                    <a:ext uri="{FF2B5EF4-FFF2-40B4-BE49-F238E27FC236}">
                      <a16:creationId xmlns:a16="http://schemas.microsoft.com/office/drawing/2014/main" id="{F2DEE2B6-CA11-4B3F-8CBC-A2ED5017D181}"/>
                    </a:ext>
                  </a:extLst>
                </p:cNvPr>
                <p:cNvSpPr/>
                <p:nvPr/>
              </p:nvSpPr>
              <p:spPr bwMode="auto">
                <a:xfrm rot="19560000">
                  <a:off x="710511" y="1695073"/>
                  <a:ext cx="1371600" cy="583566"/>
                </a:xfrm>
                <a:prstGeom prst="roundRect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</p:spPr>
              <p:txBody>
                <a:bodyPr vert="horz" wrap="square" lIns="0" tIns="0" rIns="0" bIns="0" numCol="1" rtlCol="0" anchor="ctr" anchorCtr="0" compatLnSpc="1">
                  <a:spAutoFit/>
                </a:bodyPr>
                <a:lstStyle/>
                <a:p>
                  <a:pPr marL="0" marR="0" indent="0" algn="ctr" defTabSz="825500" rtl="0" eaLnBrk="1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3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 Neue" charset="0"/>
                    <a:ea typeface="Helvetica Neue" charset="0"/>
                    <a:cs typeface="Helvetica Neue" charset="0"/>
                    <a:sym typeface="Helvetica Neue" charset="0"/>
                  </a:endParaRPr>
                </a:p>
              </p:txBody>
            </p:sp>
            <p:sp>
              <p:nvSpPr>
                <p:cNvPr id="33" name="矩形: 圆角 32">
                  <a:extLst>
                    <a:ext uri="{FF2B5EF4-FFF2-40B4-BE49-F238E27FC236}">
                      <a16:creationId xmlns:a16="http://schemas.microsoft.com/office/drawing/2014/main" id="{9AF0E864-B07E-490B-A144-73BD27DD03C1}"/>
                    </a:ext>
                  </a:extLst>
                </p:cNvPr>
                <p:cNvSpPr/>
                <p:nvPr/>
              </p:nvSpPr>
              <p:spPr bwMode="auto">
                <a:xfrm rot="18900000">
                  <a:off x="1380804" y="4324417"/>
                  <a:ext cx="1371600" cy="583564"/>
                </a:xfrm>
                <a:prstGeom prst="roundRect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</p:spPr>
              <p:txBody>
                <a:bodyPr vert="horz" wrap="square" lIns="0" tIns="0" rIns="0" bIns="0" numCol="1" rtlCol="0" anchor="ctr" anchorCtr="0" compatLnSpc="1">
                  <a:spAutoFit/>
                </a:bodyPr>
                <a:lstStyle/>
                <a:p>
                  <a:pPr marL="0" marR="0" indent="0" algn="ctr" defTabSz="825500" rtl="0" eaLnBrk="1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3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 Neue" charset="0"/>
                    <a:ea typeface="Helvetica Neue" charset="0"/>
                    <a:cs typeface="Helvetica Neue" charset="0"/>
                    <a:sym typeface="Helvetica Neue" charset="0"/>
                  </a:endParaRPr>
                </a:p>
              </p:txBody>
            </p:sp>
            <p:sp>
              <p:nvSpPr>
                <p:cNvPr id="34" name="矩形: 圆角 33">
                  <a:extLst>
                    <a:ext uri="{FF2B5EF4-FFF2-40B4-BE49-F238E27FC236}">
                      <a16:creationId xmlns:a16="http://schemas.microsoft.com/office/drawing/2014/main" id="{C7B6CDD6-AB57-4A2B-BFB0-76635D64FAA3}"/>
                    </a:ext>
                  </a:extLst>
                </p:cNvPr>
                <p:cNvSpPr/>
                <p:nvPr/>
              </p:nvSpPr>
              <p:spPr bwMode="auto">
                <a:xfrm>
                  <a:off x="4724400" y="4426521"/>
                  <a:ext cx="1371600" cy="583565"/>
                </a:xfrm>
                <a:prstGeom prst="roundRect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</p:spPr>
              <p:txBody>
                <a:bodyPr vert="horz" wrap="square" lIns="0" tIns="0" rIns="0" bIns="0" numCol="1" rtlCol="0" anchor="ctr" anchorCtr="0" compatLnSpc="1">
                  <a:spAutoFit/>
                </a:bodyPr>
                <a:lstStyle/>
                <a:p>
                  <a:pPr marL="0" marR="0" indent="0" algn="ctr" defTabSz="825500" rtl="0" eaLnBrk="1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3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 Neue" charset="0"/>
                    <a:ea typeface="Helvetica Neue" charset="0"/>
                    <a:cs typeface="Helvetica Neue" charset="0"/>
                    <a:sym typeface="Helvetica Neue" charset="0"/>
                  </a:endParaRPr>
                </a:p>
              </p:txBody>
            </p:sp>
            <p:sp>
              <p:nvSpPr>
                <p:cNvPr id="35" name="矩形: 圆角 34">
                  <a:extLst>
                    <a:ext uri="{FF2B5EF4-FFF2-40B4-BE49-F238E27FC236}">
                      <a16:creationId xmlns:a16="http://schemas.microsoft.com/office/drawing/2014/main" id="{2A484377-7F65-4B6D-A723-66B3910EC4C9}"/>
                    </a:ext>
                  </a:extLst>
                </p:cNvPr>
                <p:cNvSpPr/>
                <p:nvPr/>
              </p:nvSpPr>
              <p:spPr bwMode="auto">
                <a:xfrm>
                  <a:off x="4724400" y="3760660"/>
                  <a:ext cx="1371600" cy="583565"/>
                </a:xfrm>
                <a:prstGeom prst="roundRect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</p:spPr>
              <p:txBody>
                <a:bodyPr vert="horz" wrap="square" lIns="0" tIns="0" rIns="0" bIns="0" numCol="1" rtlCol="0" anchor="ctr" anchorCtr="0" compatLnSpc="1">
                  <a:spAutoFit/>
                </a:bodyPr>
                <a:lstStyle/>
                <a:p>
                  <a:pPr marL="0" marR="0" indent="0" algn="ctr" defTabSz="825500" rtl="0" eaLnBrk="1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3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 Neue" charset="0"/>
                    <a:ea typeface="Helvetica Neue" charset="0"/>
                    <a:cs typeface="Helvetica Neue" charset="0"/>
                    <a:sym typeface="Helvetica Neue" charset="0"/>
                  </a:endParaRPr>
                </a:p>
              </p:txBody>
            </p:sp>
            <p:sp>
              <p:nvSpPr>
                <p:cNvPr id="36" name="矩形: 圆角 35">
                  <a:extLst>
                    <a:ext uri="{FF2B5EF4-FFF2-40B4-BE49-F238E27FC236}">
                      <a16:creationId xmlns:a16="http://schemas.microsoft.com/office/drawing/2014/main" id="{F150D438-D82E-41C1-8CE1-B4D29F415CFE}"/>
                    </a:ext>
                  </a:extLst>
                </p:cNvPr>
                <p:cNvSpPr/>
                <p:nvPr/>
              </p:nvSpPr>
              <p:spPr bwMode="auto">
                <a:xfrm>
                  <a:off x="4724400" y="2330894"/>
                  <a:ext cx="1371600" cy="583565"/>
                </a:xfrm>
                <a:prstGeom prst="roundRect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</p:spPr>
              <p:txBody>
                <a:bodyPr vert="horz" wrap="square" lIns="0" tIns="0" rIns="0" bIns="0" numCol="1" rtlCol="0" anchor="ctr" anchorCtr="0" compatLnSpc="1">
                  <a:spAutoFit/>
                </a:bodyPr>
                <a:lstStyle/>
                <a:p>
                  <a:pPr marL="0" marR="0" indent="0" algn="ctr" defTabSz="825500" rtl="0" eaLnBrk="1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3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 Neue" charset="0"/>
                    <a:ea typeface="Helvetica Neue" charset="0"/>
                    <a:cs typeface="Helvetica Neue" charset="0"/>
                    <a:sym typeface="Helvetica Neue" charset="0"/>
                  </a:endParaRPr>
                </a:p>
              </p:txBody>
            </p:sp>
            <p:sp>
              <p:nvSpPr>
                <p:cNvPr id="37" name="矩形: 圆角 36">
                  <a:extLst>
                    <a:ext uri="{FF2B5EF4-FFF2-40B4-BE49-F238E27FC236}">
                      <a16:creationId xmlns:a16="http://schemas.microsoft.com/office/drawing/2014/main" id="{00D1DB58-EA95-4CFC-A42C-E2E307F2F2C0}"/>
                    </a:ext>
                  </a:extLst>
                </p:cNvPr>
                <p:cNvSpPr/>
                <p:nvPr/>
              </p:nvSpPr>
              <p:spPr bwMode="auto">
                <a:xfrm>
                  <a:off x="4724400" y="1665033"/>
                  <a:ext cx="1371600" cy="583565"/>
                </a:xfrm>
                <a:prstGeom prst="roundRect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</p:spPr>
              <p:txBody>
                <a:bodyPr vert="horz" wrap="square" lIns="0" tIns="0" rIns="0" bIns="0" numCol="1" rtlCol="0" anchor="ctr" anchorCtr="0" compatLnSpc="1">
                  <a:spAutoFit/>
                </a:bodyPr>
                <a:lstStyle/>
                <a:p>
                  <a:pPr marL="0" marR="0" indent="0" algn="ctr" defTabSz="825500" rtl="0" eaLnBrk="1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3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 Neue" charset="0"/>
                    <a:ea typeface="Helvetica Neue" charset="0"/>
                    <a:cs typeface="Helvetica Neue" charset="0"/>
                    <a:sym typeface="Helvetica Neue" charset="0"/>
                  </a:endParaRPr>
                </a:p>
              </p:txBody>
            </p:sp>
            <p:sp>
              <p:nvSpPr>
                <p:cNvPr id="38" name="矩形: 圆角 37">
                  <a:extLst>
                    <a:ext uri="{FF2B5EF4-FFF2-40B4-BE49-F238E27FC236}">
                      <a16:creationId xmlns:a16="http://schemas.microsoft.com/office/drawing/2014/main" id="{E0448752-BBA2-461F-85B5-921A11A20CE8}"/>
                    </a:ext>
                  </a:extLst>
                </p:cNvPr>
                <p:cNvSpPr/>
                <p:nvPr/>
              </p:nvSpPr>
              <p:spPr bwMode="auto">
                <a:xfrm>
                  <a:off x="6681216" y="4426521"/>
                  <a:ext cx="1371600" cy="583565"/>
                </a:xfrm>
                <a:prstGeom prst="roundRect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</p:spPr>
              <p:txBody>
                <a:bodyPr vert="horz" wrap="square" lIns="0" tIns="0" rIns="0" bIns="0" numCol="1" rtlCol="0" anchor="ctr" anchorCtr="0" compatLnSpc="1">
                  <a:spAutoFit/>
                </a:bodyPr>
                <a:lstStyle/>
                <a:p>
                  <a:pPr marL="0" marR="0" indent="0" algn="ctr" defTabSz="825500" rtl="0" eaLnBrk="1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3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 Neue" charset="0"/>
                    <a:ea typeface="Helvetica Neue" charset="0"/>
                    <a:cs typeface="Helvetica Neue" charset="0"/>
                    <a:sym typeface="Helvetica Neue" charset="0"/>
                  </a:endParaRPr>
                </a:p>
              </p:txBody>
            </p:sp>
            <p:sp>
              <p:nvSpPr>
                <p:cNvPr id="39" name="矩形: 圆角 38">
                  <a:extLst>
                    <a:ext uri="{FF2B5EF4-FFF2-40B4-BE49-F238E27FC236}">
                      <a16:creationId xmlns:a16="http://schemas.microsoft.com/office/drawing/2014/main" id="{50C85F09-1CFF-46C0-9340-3CF590AE6409}"/>
                    </a:ext>
                  </a:extLst>
                </p:cNvPr>
                <p:cNvSpPr/>
                <p:nvPr/>
              </p:nvSpPr>
              <p:spPr bwMode="auto">
                <a:xfrm>
                  <a:off x="6681216" y="3760660"/>
                  <a:ext cx="1371600" cy="583565"/>
                </a:xfrm>
                <a:prstGeom prst="roundRect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</p:spPr>
              <p:txBody>
                <a:bodyPr vert="horz" wrap="square" lIns="0" tIns="0" rIns="0" bIns="0" numCol="1" rtlCol="0" anchor="ctr" anchorCtr="0" compatLnSpc="1">
                  <a:spAutoFit/>
                </a:bodyPr>
                <a:lstStyle/>
                <a:p>
                  <a:pPr marL="0" marR="0" indent="0" algn="ctr" defTabSz="825500" rtl="0" eaLnBrk="1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3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 Neue" charset="0"/>
                    <a:ea typeface="Helvetica Neue" charset="0"/>
                    <a:cs typeface="Helvetica Neue" charset="0"/>
                    <a:sym typeface="Helvetica Neue" charset="0"/>
                  </a:endParaRPr>
                </a:p>
              </p:txBody>
            </p:sp>
            <p:sp>
              <p:nvSpPr>
                <p:cNvPr id="40" name="矩形: 圆角 39">
                  <a:extLst>
                    <a:ext uri="{FF2B5EF4-FFF2-40B4-BE49-F238E27FC236}">
                      <a16:creationId xmlns:a16="http://schemas.microsoft.com/office/drawing/2014/main" id="{5CFBE054-B5BF-4AA4-A491-820A18BA9447}"/>
                    </a:ext>
                  </a:extLst>
                </p:cNvPr>
                <p:cNvSpPr/>
                <p:nvPr/>
              </p:nvSpPr>
              <p:spPr bwMode="auto">
                <a:xfrm>
                  <a:off x="6681216" y="2330894"/>
                  <a:ext cx="1371600" cy="583565"/>
                </a:xfrm>
                <a:prstGeom prst="roundRect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</p:spPr>
              <p:txBody>
                <a:bodyPr vert="horz" wrap="square" lIns="0" tIns="0" rIns="0" bIns="0" numCol="1" rtlCol="0" anchor="ctr" anchorCtr="0" compatLnSpc="1">
                  <a:spAutoFit/>
                </a:bodyPr>
                <a:lstStyle/>
                <a:p>
                  <a:pPr marL="0" marR="0" indent="0" algn="ctr" defTabSz="825500" rtl="0" eaLnBrk="1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3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 Neue" charset="0"/>
                    <a:ea typeface="Helvetica Neue" charset="0"/>
                    <a:cs typeface="Helvetica Neue" charset="0"/>
                    <a:sym typeface="Helvetica Neue" charset="0"/>
                  </a:endParaRPr>
                </a:p>
              </p:txBody>
            </p:sp>
            <p:sp>
              <p:nvSpPr>
                <p:cNvPr id="41" name="矩形: 圆角 40">
                  <a:extLst>
                    <a:ext uri="{FF2B5EF4-FFF2-40B4-BE49-F238E27FC236}">
                      <a16:creationId xmlns:a16="http://schemas.microsoft.com/office/drawing/2014/main" id="{BAA0BB16-EDC3-4541-ABE5-28CB06B5E2AE}"/>
                    </a:ext>
                  </a:extLst>
                </p:cNvPr>
                <p:cNvSpPr/>
                <p:nvPr/>
              </p:nvSpPr>
              <p:spPr bwMode="auto">
                <a:xfrm>
                  <a:off x="6681216" y="1665033"/>
                  <a:ext cx="1371600" cy="583565"/>
                </a:xfrm>
                <a:prstGeom prst="roundRect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</p:spPr>
              <p:txBody>
                <a:bodyPr vert="horz" wrap="square" lIns="0" tIns="0" rIns="0" bIns="0" numCol="1" rtlCol="0" anchor="ctr" anchorCtr="0" compatLnSpc="1">
                  <a:spAutoFit/>
                </a:bodyPr>
                <a:lstStyle/>
                <a:p>
                  <a:pPr marL="0" marR="0" indent="0" algn="ctr" defTabSz="825500" rtl="0" eaLnBrk="1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3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 Neue" charset="0"/>
                    <a:ea typeface="Helvetica Neue" charset="0"/>
                    <a:cs typeface="Helvetica Neue" charset="0"/>
                    <a:sym typeface="Helvetica Neue" charset="0"/>
                  </a:endParaRPr>
                </a:p>
              </p:txBody>
            </p:sp>
          </p:grp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5B449F60-B22C-4E23-AD0D-F6C633CC9D4B}"/>
                  </a:ext>
                </a:extLst>
              </p:cNvPr>
              <p:cNvCxnSpPr/>
              <p:nvPr/>
            </p:nvCxnSpPr>
            <p:spPr bwMode="auto">
              <a:xfrm>
                <a:off x="5059653" y="2428172"/>
                <a:ext cx="565200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lgDashDot"/>
                <a:miter lim="400000"/>
                <a:headEnd type="none" w="med" len="med"/>
                <a:tailEnd type="none" w="med" len="med"/>
              </a:ln>
            </p:spPr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CC21B422-976D-4239-9935-09AD646DADC8}"/>
                  </a:ext>
                </a:extLst>
              </p:cNvPr>
              <p:cNvCxnSpPr>
                <a:cxnSpLocks/>
                <a:stCxn id="36" idx="2"/>
                <a:endCxn id="35" idx="0"/>
              </p:cNvCxnSpPr>
              <p:nvPr/>
            </p:nvCxnSpPr>
            <p:spPr bwMode="auto">
              <a:xfrm>
                <a:off x="8709460" y="2132001"/>
                <a:ext cx="0" cy="592341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lgDashDot"/>
                <a:miter lim="400000"/>
                <a:headEnd type="none" w="med" len="med"/>
                <a:tailEnd type="none" w="med" len="med"/>
              </a:ln>
            </p:spPr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77A3F5C2-143A-4A55-A6D8-0237C9E8A404}"/>
                  </a:ext>
                </a:extLst>
              </p:cNvPr>
              <p:cNvCxnSpPr>
                <a:cxnSpLocks/>
                <a:stCxn id="40" idx="2"/>
                <a:endCxn id="39" idx="0"/>
              </p:cNvCxnSpPr>
              <p:nvPr/>
            </p:nvCxnSpPr>
            <p:spPr bwMode="auto">
              <a:xfrm>
                <a:off x="10079231" y="2132001"/>
                <a:ext cx="0" cy="592341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lgDashDot"/>
                <a:miter lim="400000"/>
                <a:headEnd type="none" w="med" len="med"/>
                <a:tailEnd type="none" w="med" len="med"/>
              </a:ln>
            </p:spPr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76905FF8-78B7-49BC-BB76-B23275D2C59F}"/>
                  </a:ext>
                </a:extLst>
              </p:cNvPr>
              <p:cNvCxnSpPr/>
              <p:nvPr/>
            </p:nvCxnSpPr>
            <p:spPr bwMode="auto">
              <a:xfrm>
                <a:off x="9394104" y="689819"/>
                <a:ext cx="0" cy="576000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solid"/>
                <a:miter lim="400000"/>
                <a:headEnd type="none" w="lg" len="lg"/>
                <a:tailEnd type="none" w="med" len="med"/>
              </a:ln>
            </p:spPr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7F1026E1-2E35-43C3-B48D-0BE76E1D64D5}"/>
                  </a:ext>
                </a:extLst>
              </p:cNvPr>
              <p:cNvCxnSpPr>
                <a:cxnSpLocks noChangeAspect="1"/>
              </p:cNvCxnSpPr>
              <p:nvPr/>
            </p:nvCxnSpPr>
            <p:spPr bwMode="auto">
              <a:xfrm>
                <a:off x="6514104" y="3468196"/>
                <a:ext cx="2880000" cy="298936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:ln>
            </p:spPr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9BC5212E-159A-4BF3-B135-E87AB0E83D51}"/>
                  </a:ext>
                </a:extLst>
              </p:cNvPr>
              <p:cNvCxnSpPr>
                <a:cxnSpLocks/>
                <a:stCxn id="32" idx="2"/>
              </p:cNvCxnSpPr>
              <p:nvPr/>
            </p:nvCxnSpPr>
            <p:spPr bwMode="auto">
              <a:xfrm>
                <a:off x="6013951" y="1652008"/>
                <a:ext cx="3384891" cy="4808163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:ln>
            </p:spPr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7655D1E9-3640-4969-AD33-547A9FF5AF2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115979" y="689819"/>
                <a:ext cx="0" cy="248400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lgDashDot"/>
                <a:miter lim="400000"/>
                <a:headEnd type="none" w="med" len="med"/>
                <a:tailEnd type="none" w="med" len="med"/>
              </a:ln>
            </p:spPr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A4217C02-7B65-449D-AB7C-8E41D228B0B2}"/>
                  </a:ext>
                </a:extLst>
              </p:cNvPr>
              <p:cNvCxnSpPr/>
              <p:nvPr/>
            </p:nvCxnSpPr>
            <p:spPr bwMode="auto">
              <a:xfrm>
                <a:off x="6128251" y="817194"/>
                <a:ext cx="327600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B050"/>
                </a:solidFill>
                <a:prstDash val="solid"/>
                <a:miter lim="400000"/>
                <a:headEnd type="triangle" w="sm" len="lg"/>
                <a:tailEnd type="triangle" w="sm" len="lg"/>
              </a:ln>
            </p:spPr>
          </p:cxn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268BA7D0-5A2F-497A-857F-735EE900A41D}"/>
                </a:ext>
              </a:extLst>
            </p:cNvPr>
            <p:cNvSpPr txBox="1"/>
            <p:nvPr/>
          </p:nvSpPr>
          <p:spPr>
            <a:xfrm>
              <a:off x="9370963" y="2072398"/>
              <a:ext cx="534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7C1ACB39-DD2C-4A54-959A-FC1C735A4293}"/>
                </a:ext>
              </a:extLst>
            </p:cNvPr>
            <p:cNvSpPr txBox="1"/>
            <p:nvPr/>
          </p:nvSpPr>
          <p:spPr>
            <a:xfrm>
              <a:off x="9341952" y="6380938"/>
              <a:ext cx="534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560541DC-585E-4603-B198-08FA60C9D2F7}"/>
                </a:ext>
              </a:extLst>
            </p:cNvPr>
            <p:cNvCxnSpPr>
              <a:cxnSpLocks noChangeAspect="1"/>
            </p:cNvCxnSpPr>
            <p:nvPr/>
          </p:nvCxnSpPr>
          <p:spPr bwMode="auto">
            <a:xfrm>
              <a:off x="6021338" y="1652008"/>
              <a:ext cx="126718" cy="180000"/>
            </a:xfrm>
            <a:prstGeom prst="line">
              <a:avLst/>
            </a:prstGeom>
            <a:solidFill>
              <a:schemeClr val="accent1"/>
            </a:solidFill>
            <a:ln w="107950" cap="flat" cmpd="sng" algn="ctr">
              <a:solidFill>
                <a:srgbClr val="EA5911"/>
              </a:solidFill>
              <a:prstDash val="solid"/>
              <a:miter lim="400000"/>
              <a:headEnd type="none" w="med" len="med"/>
              <a:tailEnd type="none" w="med" len="med"/>
            </a:ln>
          </p:spPr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2562C0A9-CC69-41F1-BDF9-68BD8ED196B3}"/>
                </a:ext>
              </a:extLst>
            </p:cNvPr>
            <p:cNvCxnSpPr>
              <a:cxnSpLocks noChangeAspect="1"/>
            </p:cNvCxnSpPr>
            <p:nvPr/>
          </p:nvCxnSpPr>
          <p:spPr bwMode="auto">
            <a:xfrm>
              <a:off x="6075712" y="3013109"/>
              <a:ext cx="144000" cy="146730"/>
            </a:xfrm>
            <a:prstGeom prst="line">
              <a:avLst/>
            </a:prstGeom>
            <a:solidFill>
              <a:schemeClr val="accent1"/>
            </a:solidFill>
            <a:ln w="107950" cap="flat" cmpd="sng" algn="ctr">
              <a:solidFill>
                <a:srgbClr val="EA5911"/>
              </a:solidFill>
              <a:prstDash val="solid"/>
              <a:miter lim="400000"/>
              <a:headEnd type="none" w="med" len="med"/>
              <a:tailEnd type="none" w="med" len="med"/>
            </a:ln>
          </p:spPr>
        </p:cxn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017D677D-CF9B-4379-92D0-E091F56BD545}"/>
                </a:ext>
              </a:extLst>
            </p:cNvPr>
            <p:cNvSpPr/>
            <p:nvPr/>
          </p:nvSpPr>
          <p:spPr bwMode="auto">
            <a:xfrm>
              <a:off x="6031042" y="1705592"/>
              <a:ext cx="162000" cy="1429200"/>
            </a:xfrm>
            <a:prstGeom prst="roundRect">
              <a:avLst>
                <a:gd name="adj" fmla="val 42793"/>
              </a:avLst>
            </a:prstGeom>
            <a:solidFill>
              <a:srgbClr val="FF9933"/>
            </a:solidFill>
            <a:ln w="25400" cap="flat" cmpd="sng" algn="ctr">
              <a:noFill/>
              <a:prstDash val="solid"/>
              <a:miter lim="400000"/>
              <a:headEnd type="none" w="med" len="med"/>
              <a:tailEnd type="none" w="med" len="med"/>
            </a:ln>
          </p:spPr>
          <p:txBody>
            <a:bodyPr vert="horz" wrap="square" lIns="0" tIns="0" rIns="0" bIns="0" numCol="1" rtlCol="0" anchor="ctr" anchorCtr="0" compatLnSpc="1">
              <a:spAutoFit/>
            </a:bodyPr>
            <a:lstStyle/>
            <a:p>
              <a:pPr marL="0" marR="0" indent="0" algn="ctr" defTabSz="8255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3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endParaRPr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7FCB15ED-C90B-49D9-8DCB-99AA078A9E75}"/>
                </a:ext>
              </a:extLst>
            </p:cNvPr>
            <p:cNvSpPr/>
            <p:nvPr/>
          </p:nvSpPr>
          <p:spPr bwMode="auto">
            <a:xfrm rot="300000">
              <a:off x="6280528" y="1608740"/>
              <a:ext cx="90000" cy="1278000"/>
            </a:xfrm>
            <a:prstGeom prst="roundRect">
              <a:avLst>
                <a:gd name="adj" fmla="val 42793"/>
              </a:avLst>
            </a:prstGeom>
            <a:solidFill>
              <a:srgbClr val="FFC000"/>
            </a:solidFill>
            <a:ln w="25400" cap="flat" cmpd="sng" algn="ctr">
              <a:noFill/>
              <a:prstDash val="solid"/>
              <a:miter lim="400000"/>
              <a:headEnd type="none" w="med" len="med"/>
              <a:tailEnd type="none" w="med" len="med"/>
            </a:ln>
          </p:spPr>
          <p:txBody>
            <a:bodyPr vert="horz" wrap="square" lIns="0" tIns="0" rIns="0" bIns="0" numCol="1" rtlCol="0" anchor="ctr" anchorCtr="0" compatLnSpc="1">
              <a:spAutoFit/>
            </a:bodyPr>
            <a:lstStyle/>
            <a:p>
              <a:pPr marL="0" marR="0" indent="0" algn="ctr" defTabSz="8255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3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6F44A64A-87A6-42A6-9EFF-4FAAE8351792}"/>
                </a:ext>
              </a:extLst>
            </p:cNvPr>
            <p:cNvSpPr/>
            <p:nvPr/>
          </p:nvSpPr>
          <p:spPr bwMode="auto">
            <a:xfrm>
              <a:off x="6352565" y="1633592"/>
              <a:ext cx="46800" cy="46800"/>
            </a:xfrm>
            <a:prstGeom prst="ellipse">
              <a:avLst/>
            </a:prstGeom>
            <a:noFill/>
            <a:ln w="15875" cap="flat" cmpd="sng" algn="ctr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</p:spPr>
          <p:txBody>
            <a:bodyPr vert="horz" wrap="square" lIns="0" tIns="0" rIns="0" bIns="0" numCol="1" rtlCol="0" anchor="ctr" anchorCtr="0" compatLnSpc="1">
              <a:spAutoFit/>
            </a:bodyPr>
            <a:lstStyle/>
            <a:p>
              <a:pPr marL="0" marR="0" indent="0" algn="ctr" defTabSz="8255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3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endParaRPr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2998A90E-1FE1-46AD-82CA-C01071EC75F1}"/>
                </a:ext>
              </a:extLst>
            </p:cNvPr>
            <p:cNvSpPr/>
            <p:nvPr/>
          </p:nvSpPr>
          <p:spPr bwMode="auto">
            <a:xfrm>
              <a:off x="6252271" y="2809490"/>
              <a:ext cx="46800" cy="46800"/>
            </a:xfrm>
            <a:prstGeom prst="ellipse">
              <a:avLst/>
            </a:prstGeom>
            <a:noFill/>
            <a:ln w="15875" cap="flat" cmpd="sng" algn="ctr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</p:spPr>
          <p:txBody>
            <a:bodyPr vert="horz" wrap="square" lIns="0" tIns="0" rIns="0" bIns="0" numCol="1" rtlCol="0" anchor="ctr" anchorCtr="0" compatLnSpc="1">
              <a:spAutoFit/>
            </a:bodyPr>
            <a:lstStyle/>
            <a:p>
              <a:pPr marL="0" marR="0" indent="0" algn="ctr" defTabSz="8255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3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endParaRPr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71B4AAF9-6187-4265-B809-15DA83FD8BF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076231" y="1737605"/>
              <a:ext cx="79200" cy="79200"/>
            </a:xfrm>
            <a:prstGeom prst="ellipse">
              <a:avLst/>
            </a:prstGeom>
            <a:noFill/>
            <a:ln w="15875" cap="flat" cmpd="sng" algn="ctr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</p:spPr>
          <p:txBody>
            <a:bodyPr vert="horz" wrap="square" lIns="0" tIns="0" rIns="0" bIns="0" numCol="1" rtlCol="0" anchor="ctr" anchorCtr="0" compatLnSpc="1">
              <a:spAutoFit/>
            </a:bodyPr>
            <a:lstStyle/>
            <a:p>
              <a:pPr marL="0" marR="0" indent="0" algn="ctr" defTabSz="8255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3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endParaRPr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6C16FAA8-FBF1-4700-956F-7BD2F967F4E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079944" y="3020800"/>
              <a:ext cx="79200" cy="79200"/>
            </a:xfrm>
            <a:prstGeom prst="ellipse">
              <a:avLst/>
            </a:prstGeom>
            <a:noFill/>
            <a:ln w="15875" cap="flat" cmpd="sng" algn="ctr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</p:spPr>
          <p:txBody>
            <a:bodyPr vert="horz" wrap="square" lIns="0" tIns="0" rIns="0" bIns="0" numCol="1" rtlCol="0" anchor="ctr" anchorCtr="0" compatLnSpc="1">
              <a:spAutoFit/>
            </a:bodyPr>
            <a:lstStyle/>
            <a:p>
              <a:pPr marL="0" marR="0" indent="0" algn="ctr" defTabSz="8255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3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endParaRPr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236BFB7A-518D-4AD2-B817-605B7ED165F8}"/>
                </a:ext>
              </a:extLst>
            </p:cNvPr>
            <p:cNvSpPr/>
            <p:nvPr/>
          </p:nvSpPr>
          <p:spPr bwMode="auto">
            <a:xfrm>
              <a:off x="5150620" y="2432454"/>
              <a:ext cx="627039" cy="1482827"/>
            </a:xfrm>
            <a:custGeom>
              <a:avLst/>
              <a:gdLst>
                <a:gd name="connsiteX0" fmla="*/ 0 w 256032"/>
                <a:gd name="connsiteY0" fmla="*/ 0 h 429768"/>
                <a:gd name="connsiteX1" fmla="*/ 18288 w 256032"/>
                <a:gd name="connsiteY1" fmla="*/ 45720 h 429768"/>
                <a:gd name="connsiteX2" fmla="*/ 27432 w 256032"/>
                <a:gd name="connsiteY2" fmla="*/ 82296 h 429768"/>
                <a:gd name="connsiteX3" fmla="*/ 45720 w 256032"/>
                <a:gd name="connsiteY3" fmla="*/ 118872 h 429768"/>
                <a:gd name="connsiteX4" fmla="*/ 82296 w 256032"/>
                <a:gd name="connsiteY4" fmla="*/ 182880 h 429768"/>
                <a:gd name="connsiteX5" fmla="*/ 100584 w 256032"/>
                <a:gd name="connsiteY5" fmla="*/ 256032 h 429768"/>
                <a:gd name="connsiteX6" fmla="*/ 128016 w 256032"/>
                <a:gd name="connsiteY6" fmla="*/ 283464 h 429768"/>
                <a:gd name="connsiteX7" fmla="*/ 173736 w 256032"/>
                <a:gd name="connsiteY7" fmla="*/ 338328 h 429768"/>
                <a:gd name="connsiteX8" fmla="*/ 182880 w 256032"/>
                <a:gd name="connsiteY8" fmla="*/ 365760 h 429768"/>
                <a:gd name="connsiteX9" fmla="*/ 210312 w 256032"/>
                <a:gd name="connsiteY9" fmla="*/ 384048 h 429768"/>
                <a:gd name="connsiteX10" fmla="*/ 256032 w 256032"/>
                <a:gd name="connsiteY10" fmla="*/ 429768 h 429768"/>
                <a:gd name="connsiteX0" fmla="*/ 0 w 420924"/>
                <a:gd name="connsiteY0" fmla="*/ 0 h 1100578"/>
                <a:gd name="connsiteX1" fmla="*/ 18288 w 420924"/>
                <a:gd name="connsiteY1" fmla="*/ 45720 h 1100578"/>
                <a:gd name="connsiteX2" fmla="*/ 27432 w 420924"/>
                <a:gd name="connsiteY2" fmla="*/ 82296 h 1100578"/>
                <a:gd name="connsiteX3" fmla="*/ 45720 w 420924"/>
                <a:gd name="connsiteY3" fmla="*/ 118872 h 1100578"/>
                <a:gd name="connsiteX4" fmla="*/ 82296 w 420924"/>
                <a:gd name="connsiteY4" fmla="*/ 182880 h 1100578"/>
                <a:gd name="connsiteX5" fmla="*/ 100584 w 420924"/>
                <a:gd name="connsiteY5" fmla="*/ 256032 h 1100578"/>
                <a:gd name="connsiteX6" fmla="*/ 128016 w 420924"/>
                <a:gd name="connsiteY6" fmla="*/ 283464 h 1100578"/>
                <a:gd name="connsiteX7" fmla="*/ 173736 w 420924"/>
                <a:gd name="connsiteY7" fmla="*/ 338328 h 1100578"/>
                <a:gd name="connsiteX8" fmla="*/ 182880 w 420924"/>
                <a:gd name="connsiteY8" fmla="*/ 365760 h 1100578"/>
                <a:gd name="connsiteX9" fmla="*/ 210312 w 420924"/>
                <a:gd name="connsiteY9" fmla="*/ 384048 h 1100578"/>
                <a:gd name="connsiteX10" fmla="*/ 420924 w 420924"/>
                <a:gd name="connsiteY10" fmla="*/ 1100578 h 1100578"/>
                <a:gd name="connsiteX0" fmla="*/ 0 w 619544"/>
                <a:gd name="connsiteY0" fmla="*/ 0 h 1475332"/>
                <a:gd name="connsiteX1" fmla="*/ 216908 w 619544"/>
                <a:gd name="connsiteY1" fmla="*/ 420474 h 1475332"/>
                <a:gd name="connsiteX2" fmla="*/ 226052 w 619544"/>
                <a:gd name="connsiteY2" fmla="*/ 457050 h 1475332"/>
                <a:gd name="connsiteX3" fmla="*/ 244340 w 619544"/>
                <a:gd name="connsiteY3" fmla="*/ 493626 h 1475332"/>
                <a:gd name="connsiteX4" fmla="*/ 280916 w 619544"/>
                <a:gd name="connsiteY4" fmla="*/ 557634 h 1475332"/>
                <a:gd name="connsiteX5" fmla="*/ 299204 w 619544"/>
                <a:gd name="connsiteY5" fmla="*/ 630786 h 1475332"/>
                <a:gd name="connsiteX6" fmla="*/ 326636 w 619544"/>
                <a:gd name="connsiteY6" fmla="*/ 658218 h 1475332"/>
                <a:gd name="connsiteX7" fmla="*/ 372356 w 619544"/>
                <a:gd name="connsiteY7" fmla="*/ 713082 h 1475332"/>
                <a:gd name="connsiteX8" fmla="*/ 381500 w 619544"/>
                <a:gd name="connsiteY8" fmla="*/ 740514 h 1475332"/>
                <a:gd name="connsiteX9" fmla="*/ 408932 w 619544"/>
                <a:gd name="connsiteY9" fmla="*/ 758802 h 1475332"/>
                <a:gd name="connsiteX10" fmla="*/ 619544 w 619544"/>
                <a:gd name="connsiteY10" fmla="*/ 1475332 h 1475332"/>
                <a:gd name="connsiteX0" fmla="*/ 0 w 619544"/>
                <a:gd name="connsiteY0" fmla="*/ 0 h 1475332"/>
                <a:gd name="connsiteX1" fmla="*/ 37026 w 619544"/>
                <a:gd name="connsiteY1" fmla="*/ 390494 h 1475332"/>
                <a:gd name="connsiteX2" fmla="*/ 226052 w 619544"/>
                <a:gd name="connsiteY2" fmla="*/ 457050 h 1475332"/>
                <a:gd name="connsiteX3" fmla="*/ 244340 w 619544"/>
                <a:gd name="connsiteY3" fmla="*/ 493626 h 1475332"/>
                <a:gd name="connsiteX4" fmla="*/ 280916 w 619544"/>
                <a:gd name="connsiteY4" fmla="*/ 557634 h 1475332"/>
                <a:gd name="connsiteX5" fmla="*/ 299204 w 619544"/>
                <a:gd name="connsiteY5" fmla="*/ 630786 h 1475332"/>
                <a:gd name="connsiteX6" fmla="*/ 326636 w 619544"/>
                <a:gd name="connsiteY6" fmla="*/ 658218 h 1475332"/>
                <a:gd name="connsiteX7" fmla="*/ 372356 w 619544"/>
                <a:gd name="connsiteY7" fmla="*/ 713082 h 1475332"/>
                <a:gd name="connsiteX8" fmla="*/ 381500 w 619544"/>
                <a:gd name="connsiteY8" fmla="*/ 740514 h 1475332"/>
                <a:gd name="connsiteX9" fmla="*/ 408932 w 619544"/>
                <a:gd name="connsiteY9" fmla="*/ 758802 h 1475332"/>
                <a:gd name="connsiteX10" fmla="*/ 619544 w 619544"/>
                <a:gd name="connsiteY10" fmla="*/ 1475332 h 1475332"/>
                <a:gd name="connsiteX0" fmla="*/ 0 w 619544"/>
                <a:gd name="connsiteY0" fmla="*/ 0 h 1475332"/>
                <a:gd name="connsiteX1" fmla="*/ 37026 w 619544"/>
                <a:gd name="connsiteY1" fmla="*/ 390494 h 1475332"/>
                <a:gd name="connsiteX2" fmla="*/ 226052 w 619544"/>
                <a:gd name="connsiteY2" fmla="*/ 457050 h 1475332"/>
                <a:gd name="connsiteX3" fmla="*/ 244340 w 619544"/>
                <a:gd name="connsiteY3" fmla="*/ 493626 h 1475332"/>
                <a:gd name="connsiteX4" fmla="*/ 280916 w 619544"/>
                <a:gd name="connsiteY4" fmla="*/ 557634 h 1475332"/>
                <a:gd name="connsiteX5" fmla="*/ 299204 w 619544"/>
                <a:gd name="connsiteY5" fmla="*/ 630786 h 1475332"/>
                <a:gd name="connsiteX6" fmla="*/ 326636 w 619544"/>
                <a:gd name="connsiteY6" fmla="*/ 658218 h 1475332"/>
                <a:gd name="connsiteX7" fmla="*/ 372356 w 619544"/>
                <a:gd name="connsiteY7" fmla="*/ 713082 h 1475332"/>
                <a:gd name="connsiteX8" fmla="*/ 381500 w 619544"/>
                <a:gd name="connsiteY8" fmla="*/ 740514 h 1475332"/>
                <a:gd name="connsiteX9" fmla="*/ 318991 w 619544"/>
                <a:gd name="connsiteY9" fmla="*/ 1088586 h 1475332"/>
                <a:gd name="connsiteX10" fmla="*/ 619544 w 619544"/>
                <a:gd name="connsiteY10" fmla="*/ 1475332 h 1475332"/>
                <a:gd name="connsiteX0" fmla="*/ 0 w 619544"/>
                <a:gd name="connsiteY0" fmla="*/ 0 h 1475332"/>
                <a:gd name="connsiteX1" fmla="*/ 37026 w 619544"/>
                <a:gd name="connsiteY1" fmla="*/ 390494 h 1475332"/>
                <a:gd name="connsiteX2" fmla="*/ 226052 w 619544"/>
                <a:gd name="connsiteY2" fmla="*/ 457050 h 1475332"/>
                <a:gd name="connsiteX3" fmla="*/ 244340 w 619544"/>
                <a:gd name="connsiteY3" fmla="*/ 493626 h 1475332"/>
                <a:gd name="connsiteX4" fmla="*/ 280916 w 619544"/>
                <a:gd name="connsiteY4" fmla="*/ 557634 h 1475332"/>
                <a:gd name="connsiteX5" fmla="*/ 141807 w 619544"/>
                <a:gd name="connsiteY5" fmla="*/ 750708 h 1475332"/>
                <a:gd name="connsiteX6" fmla="*/ 326636 w 619544"/>
                <a:gd name="connsiteY6" fmla="*/ 658218 h 1475332"/>
                <a:gd name="connsiteX7" fmla="*/ 372356 w 619544"/>
                <a:gd name="connsiteY7" fmla="*/ 713082 h 1475332"/>
                <a:gd name="connsiteX8" fmla="*/ 381500 w 619544"/>
                <a:gd name="connsiteY8" fmla="*/ 740514 h 1475332"/>
                <a:gd name="connsiteX9" fmla="*/ 318991 w 619544"/>
                <a:gd name="connsiteY9" fmla="*/ 1088586 h 1475332"/>
                <a:gd name="connsiteX10" fmla="*/ 619544 w 619544"/>
                <a:gd name="connsiteY10" fmla="*/ 1475332 h 1475332"/>
                <a:gd name="connsiteX0" fmla="*/ 0 w 619544"/>
                <a:gd name="connsiteY0" fmla="*/ 0 h 1475332"/>
                <a:gd name="connsiteX1" fmla="*/ 37026 w 619544"/>
                <a:gd name="connsiteY1" fmla="*/ 390494 h 1475332"/>
                <a:gd name="connsiteX2" fmla="*/ 226052 w 619544"/>
                <a:gd name="connsiteY2" fmla="*/ 457050 h 1475332"/>
                <a:gd name="connsiteX3" fmla="*/ 244340 w 619544"/>
                <a:gd name="connsiteY3" fmla="*/ 493626 h 1475332"/>
                <a:gd name="connsiteX4" fmla="*/ 280916 w 619544"/>
                <a:gd name="connsiteY4" fmla="*/ 557634 h 1475332"/>
                <a:gd name="connsiteX5" fmla="*/ 141807 w 619544"/>
                <a:gd name="connsiteY5" fmla="*/ 750708 h 1475332"/>
                <a:gd name="connsiteX6" fmla="*/ 372356 w 619544"/>
                <a:gd name="connsiteY6" fmla="*/ 713082 h 1475332"/>
                <a:gd name="connsiteX7" fmla="*/ 381500 w 619544"/>
                <a:gd name="connsiteY7" fmla="*/ 740514 h 1475332"/>
                <a:gd name="connsiteX8" fmla="*/ 318991 w 619544"/>
                <a:gd name="connsiteY8" fmla="*/ 1088586 h 1475332"/>
                <a:gd name="connsiteX9" fmla="*/ 619544 w 619544"/>
                <a:gd name="connsiteY9" fmla="*/ 1475332 h 1475332"/>
                <a:gd name="connsiteX0" fmla="*/ 0 w 619544"/>
                <a:gd name="connsiteY0" fmla="*/ 0 h 1475332"/>
                <a:gd name="connsiteX1" fmla="*/ 37026 w 619544"/>
                <a:gd name="connsiteY1" fmla="*/ 390494 h 1475332"/>
                <a:gd name="connsiteX2" fmla="*/ 226052 w 619544"/>
                <a:gd name="connsiteY2" fmla="*/ 457050 h 1475332"/>
                <a:gd name="connsiteX3" fmla="*/ 244340 w 619544"/>
                <a:gd name="connsiteY3" fmla="*/ 493626 h 1475332"/>
                <a:gd name="connsiteX4" fmla="*/ 280916 w 619544"/>
                <a:gd name="connsiteY4" fmla="*/ 557634 h 1475332"/>
                <a:gd name="connsiteX5" fmla="*/ 141807 w 619544"/>
                <a:gd name="connsiteY5" fmla="*/ 750708 h 1475332"/>
                <a:gd name="connsiteX6" fmla="*/ 372356 w 619544"/>
                <a:gd name="connsiteY6" fmla="*/ 713082 h 1475332"/>
                <a:gd name="connsiteX7" fmla="*/ 318991 w 619544"/>
                <a:gd name="connsiteY7" fmla="*/ 1088586 h 1475332"/>
                <a:gd name="connsiteX8" fmla="*/ 619544 w 619544"/>
                <a:gd name="connsiteY8" fmla="*/ 1475332 h 1475332"/>
                <a:gd name="connsiteX0" fmla="*/ 0 w 619544"/>
                <a:gd name="connsiteY0" fmla="*/ 0 h 1475332"/>
                <a:gd name="connsiteX1" fmla="*/ 37026 w 619544"/>
                <a:gd name="connsiteY1" fmla="*/ 390494 h 1475332"/>
                <a:gd name="connsiteX2" fmla="*/ 226052 w 619544"/>
                <a:gd name="connsiteY2" fmla="*/ 457050 h 1475332"/>
                <a:gd name="connsiteX3" fmla="*/ 244340 w 619544"/>
                <a:gd name="connsiteY3" fmla="*/ 493626 h 1475332"/>
                <a:gd name="connsiteX4" fmla="*/ 280916 w 619544"/>
                <a:gd name="connsiteY4" fmla="*/ 557634 h 1475332"/>
                <a:gd name="connsiteX5" fmla="*/ 141807 w 619544"/>
                <a:gd name="connsiteY5" fmla="*/ 750708 h 1475332"/>
                <a:gd name="connsiteX6" fmla="*/ 318991 w 619544"/>
                <a:gd name="connsiteY6" fmla="*/ 1088586 h 1475332"/>
                <a:gd name="connsiteX7" fmla="*/ 619544 w 619544"/>
                <a:gd name="connsiteY7" fmla="*/ 1475332 h 1475332"/>
                <a:gd name="connsiteX0" fmla="*/ 0 w 619544"/>
                <a:gd name="connsiteY0" fmla="*/ 0 h 1475332"/>
                <a:gd name="connsiteX1" fmla="*/ 37026 w 619544"/>
                <a:gd name="connsiteY1" fmla="*/ 390494 h 1475332"/>
                <a:gd name="connsiteX2" fmla="*/ 226052 w 619544"/>
                <a:gd name="connsiteY2" fmla="*/ 457050 h 1475332"/>
                <a:gd name="connsiteX3" fmla="*/ 244340 w 619544"/>
                <a:gd name="connsiteY3" fmla="*/ 493626 h 1475332"/>
                <a:gd name="connsiteX4" fmla="*/ 141807 w 619544"/>
                <a:gd name="connsiteY4" fmla="*/ 750708 h 1475332"/>
                <a:gd name="connsiteX5" fmla="*/ 318991 w 619544"/>
                <a:gd name="connsiteY5" fmla="*/ 1088586 h 1475332"/>
                <a:gd name="connsiteX6" fmla="*/ 619544 w 619544"/>
                <a:gd name="connsiteY6" fmla="*/ 1475332 h 1475332"/>
                <a:gd name="connsiteX0" fmla="*/ 0 w 619544"/>
                <a:gd name="connsiteY0" fmla="*/ 0 h 1475332"/>
                <a:gd name="connsiteX1" fmla="*/ 37026 w 619544"/>
                <a:gd name="connsiteY1" fmla="*/ 390494 h 1475332"/>
                <a:gd name="connsiteX2" fmla="*/ 226052 w 619544"/>
                <a:gd name="connsiteY2" fmla="*/ 457050 h 1475332"/>
                <a:gd name="connsiteX3" fmla="*/ 141807 w 619544"/>
                <a:gd name="connsiteY3" fmla="*/ 750708 h 1475332"/>
                <a:gd name="connsiteX4" fmla="*/ 318991 w 619544"/>
                <a:gd name="connsiteY4" fmla="*/ 1088586 h 1475332"/>
                <a:gd name="connsiteX5" fmla="*/ 619544 w 619544"/>
                <a:gd name="connsiteY5" fmla="*/ 1475332 h 1475332"/>
                <a:gd name="connsiteX0" fmla="*/ 0 w 619544"/>
                <a:gd name="connsiteY0" fmla="*/ 0 h 1475332"/>
                <a:gd name="connsiteX1" fmla="*/ 37026 w 619544"/>
                <a:gd name="connsiteY1" fmla="*/ 390494 h 1475332"/>
                <a:gd name="connsiteX2" fmla="*/ 141807 w 619544"/>
                <a:gd name="connsiteY2" fmla="*/ 750708 h 1475332"/>
                <a:gd name="connsiteX3" fmla="*/ 318991 w 619544"/>
                <a:gd name="connsiteY3" fmla="*/ 1088586 h 1475332"/>
                <a:gd name="connsiteX4" fmla="*/ 619544 w 619544"/>
                <a:gd name="connsiteY4" fmla="*/ 1475332 h 1475332"/>
                <a:gd name="connsiteX0" fmla="*/ 0 w 619544"/>
                <a:gd name="connsiteY0" fmla="*/ 0 h 1475332"/>
                <a:gd name="connsiteX1" fmla="*/ 37026 w 619544"/>
                <a:gd name="connsiteY1" fmla="*/ 390494 h 1475332"/>
                <a:gd name="connsiteX2" fmla="*/ 141807 w 619544"/>
                <a:gd name="connsiteY2" fmla="*/ 750708 h 1475332"/>
                <a:gd name="connsiteX3" fmla="*/ 318991 w 619544"/>
                <a:gd name="connsiteY3" fmla="*/ 1088586 h 1475332"/>
                <a:gd name="connsiteX4" fmla="*/ 619544 w 619544"/>
                <a:gd name="connsiteY4" fmla="*/ 1475332 h 1475332"/>
                <a:gd name="connsiteX0" fmla="*/ 0 w 627039"/>
                <a:gd name="connsiteY0" fmla="*/ 0 h 1482827"/>
                <a:gd name="connsiteX1" fmla="*/ 37026 w 627039"/>
                <a:gd name="connsiteY1" fmla="*/ 390494 h 1482827"/>
                <a:gd name="connsiteX2" fmla="*/ 141807 w 627039"/>
                <a:gd name="connsiteY2" fmla="*/ 750708 h 1482827"/>
                <a:gd name="connsiteX3" fmla="*/ 318991 w 627039"/>
                <a:gd name="connsiteY3" fmla="*/ 1088586 h 1482827"/>
                <a:gd name="connsiteX4" fmla="*/ 627039 w 627039"/>
                <a:gd name="connsiteY4" fmla="*/ 1482827 h 1482827"/>
                <a:gd name="connsiteX0" fmla="*/ 0 w 627039"/>
                <a:gd name="connsiteY0" fmla="*/ 0 h 1482827"/>
                <a:gd name="connsiteX1" fmla="*/ 37026 w 627039"/>
                <a:gd name="connsiteY1" fmla="*/ 390494 h 1482827"/>
                <a:gd name="connsiteX2" fmla="*/ 141807 w 627039"/>
                <a:gd name="connsiteY2" fmla="*/ 750708 h 1482827"/>
                <a:gd name="connsiteX3" fmla="*/ 318991 w 627039"/>
                <a:gd name="connsiteY3" fmla="*/ 1088586 h 1482827"/>
                <a:gd name="connsiteX4" fmla="*/ 627039 w 627039"/>
                <a:gd name="connsiteY4" fmla="*/ 1482827 h 1482827"/>
                <a:gd name="connsiteX0" fmla="*/ 0 w 627039"/>
                <a:gd name="connsiteY0" fmla="*/ 0 h 1482827"/>
                <a:gd name="connsiteX1" fmla="*/ 37026 w 627039"/>
                <a:gd name="connsiteY1" fmla="*/ 390494 h 1482827"/>
                <a:gd name="connsiteX2" fmla="*/ 141807 w 627039"/>
                <a:gd name="connsiteY2" fmla="*/ 750708 h 1482827"/>
                <a:gd name="connsiteX3" fmla="*/ 315244 w 627039"/>
                <a:gd name="connsiteY3" fmla="*/ 1096081 h 1482827"/>
                <a:gd name="connsiteX4" fmla="*/ 627039 w 627039"/>
                <a:gd name="connsiteY4" fmla="*/ 1482827 h 1482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7039" h="1482827">
                  <a:moveTo>
                    <a:pt x="0" y="0"/>
                  </a:moveTo>
                  <a:cubicBezTo>
                    <a:pt x="6096" y="15240"/>
                    <a:pt x="13392" y="265376"/>
                    <a:pt x="37026" y="390494"/>
                  </a:cubicBezTo>
                  <a:cubicBezTo>
                    <a:pt x="60660" y="515612"/>
                    <a:pt x="95437" y="633110"/>
                    <a:pt x="141807" y="750708"/>
                  </a:cubicBezTo>
                  <a:cubicBezTo>
                    <a:pt x="188177" y="868306"/>
                    <a:pt x="234372" y="974061"/>
                    <a:pt x="315244" y="1096081"/>
                  </a:cubicBezTo>
                  <a:cubicBezTo>
                    <a:pt x="396116" y="1218101"/>
                    <a:pt x="474390" y="1360158"/>
                    <a:pt x="627039" y="1482827"/>
                  </a:cubicBezTo>
                </a:path>
              </a:pathLst>
            </a:custGeom>
            <a:noFill/>
            <a:ln w="19050" cap="flat" cmpd="sng" algn="ctr">
              <a:solidFill>
                <a:srgbClr val="00B050"/>
              </a:solidFill>
              <a:prstDash val="solid"/>
              <a:miter lim="400000"/>
              <a:headEnd type="triangle" w="sm" len="lg"/>
              <a:tailEnd type="triangle" w="sm" len="lg"/>
            </a:ln>
          </p:spPr>
          <p:txBody>
            <a:bodyPr vert="horz" wrap="square" lIns="0" tIns="0" rIns="0" bIns="0" numCol="1" rtlCol="0" anchor="ctr" anchorCtr="0" compatLnSpc="1">
              <a:spAutoFit/>
            </a:bodyPr>
            <a:lstStyle/>
            <a:p>
              <a:pPr marL="0" marR="0" indent="0" algn="ctr" defTabSz="8255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3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DF390C9D-5174-4EAE-8D2C-7119768B1BAC}"/>
                </a:ext>
              </a:extLst>
            </p:cNvPr>
            <p:cNvSpPr txBox="1"/>
            <p:nvPr/>
          </p:nvSpPr>
          <p:spPr>
            <a:xfrm>
              <a:off x="4875186" y="3020505"/>
              <a:ext cx="534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Symbol" panose="05050102010706020507" pitchFamily="18" charset="2"/>
                  <a:cs typeface="Times New Roman" panose="02020603050405020304" pitchFamily="18" charset="0"/>
                </a:rPr>
                <a:t>d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DE7ACF06-E51E-4F20-9D3D-2D49D50894F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346106" y="2384192"/>
              <a:ext cx="72000" cy="72000"/>
            </a:xfrm>
            <a:prstGeom prst="ellipse">
              <a:avLst/>
            </a:prstGeom>
            <a:solidFill>
              <a:schemeClr val="tx1"/>
            </a:solidFill>
            <a:ln w="15875" cap="flat" cmpd="sng" algn="ctr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</p:spPr>
          <p:txBody>
            <a:bodyPr vert="horz" wrap="square" lIns="0" tIns="0" rIns="0" bIns="0" numCol="1" rtlCol="0" anchor="ctr" anchorCtr="0" compatLnSpc="1">
              <a:spAutoFit/>
            </a:bodyPr>
            <a:lstStyle/>
            <a:p>
              <a:pPr marL="0" marR="0" indent="0" algn="ctr" defTabSz="8255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3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5A503755-360B-48EA-AE6D-60B6467FB368}"/>
                </a:ext>
              </a:extLst>
            </p:cNvPr>
            <p:cNvSpPr txBox="1"/>
            <p:nvPr/>
          </p:nvSpPr>
          <p:spPr>
            <a:xfrm>
              <a:off x="7499154" y="320970"/>
              <a:ext cx="534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8113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1355" y="205757"/>
            <a:ext cx="94498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  <a:sym typeface="Arial" panose="020B0604020202020204" pitchFamily="34" charset="0"/>
              </a:rPr>
              <a:t>准静态转向瞬心分析</a:t>
            </a:r>
            <a:endParaRPr lang="en-US" altLang="zh-CN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DE13DDB-4493-4875-AB3F-202B198BC4B3}"/>
              </a:ext>
            </a:extLst>
          </p:cNvPr>
          <p:cNvGrpSpPr/>
          <p:nvPr/>
        </p:nvGrpSpPr>
        <p:grpSpPr>
          <a:xfrm>
            <a:off x="2573584" y="1449475"/>
            <a:ext cx="6050243" cy="5414698"/>
            <a:chOff x="2573584" y="1449475"/>
            <a:chExt cx="6050243" cy="5414698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4AE1F330-8FAB-42C7-847A-925888D96304}"/>
                </a:ext>
              </a:extLst>
            </p:cNvPr>
            <p:cNvGrpSpPr/>
            <p:nvPr/>
          </p:nvGrpSpPr>
          <p:grpSpPr>
            <a:xfrm>
              <a:off x="2971827" y="1449475"/>
              <a:ext cx="5652000" cy="5202768"/>
              <a:chOff x="6023366" y="1539759"/>
              <a:chExt cx="5652000" cy="5202768"/>
            </a:xfrm>
          </p:grpSpPr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5B449F60-B22C-4E23-AD0D-F6C633CC9D4B}"/>
                  </a:ext>
                </a:extLst>
              </p:cNvPr>
              <p:cNvCxnSpPr/>
              <p:nvPr/>
            </p:nvCxnSpPr>
            <p:spPr bwMode="auto">
              <a:xfrm>
                <a:off x="6023366" y="2710528"/>
                <a:ext cx="565200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lgDashDot"/>
                <a:miter lim="400000"/>
                <a:headEnd type="none" w="med" len="med"/>
                <a:tailEnd type="none" w="med" len="med"/>
              </a:ln>
            </p:spPr>
          </p:cxnSp>
          <p:sp>
            <p:nvSpPr>
              <p:cNvPr id="64" name="矩形: 圆角 63">
                <a:extLst>
                  <a:ext uri="{FF2B5EF4-FFF2-40B4-BE49-F238E27FC236}">
                    <a16:creationId xmlns:a16="http://schemas.microsoft.com/office/drawing/2014/main" id="{D1F6242D-A3EE-446A-BB4A-70B1308E0B9E}"/>
                  </a:ext>
                </a:extLst>
              </p:cNvPr>
              <p:cNvSpPr/>
              <p:nvPr/>
            </p:nvSpPr>
            <p:spPr bwMode="auto">
              <a:xfrm>
                <a:off x="9877481" y="2509767"/>
                <a:ext cx="960120" cy="408495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 cap="flat" cmpd="sng" algn="ctr">
                <a:solidFill>
                  <a:srgbClr val="000000"/>
                </a:solidFill>
                <a:prstDash val="dash"/>
                <a:miter lim="400000"/>
                <a:headEnd type="none" w="med" len="med"/>
                <a:tailEnd type="none" w="med" len="med"/>
              </a:ln>
            </p:spPr>
            <p:txBody>
              <a:bodyPr vert="horz" wrap="square" lIns="0" tIns="0" rIns="0" bIns="0" numCol="1" rtlCol="0" anchor="ctr" anchorCtr="0" compatLnSpc="1">
                <a:spAutoFit/>
              </a:bodyPr>
              <a:lstStyle/>
              <a:p>
                <a:pPr marL="0" marR="0" indent="0" algn="ctr" defTabSz="8255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3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endParaRPr>
              </a:p>
            </p:txBody>
          </p:sp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D8756DC3-BBB3-42D5-891F-3137197E6E1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376600" y="1539759"/>
                <a:ext cx="5139614" cy="2341537"/>
                <a:chOff x="710511" y="1665033"/>
                <a:chExt cx="7342305" cy="3345053"/>
              </a:xfrm>
            </p:grpSpPr>
            <p:sp>
              <p:nvSpPr>
                <p:cNvPr id="32" name="矩形: 圆角 31">
                  <a:extLst>
                    <a:ext uri="{FF2B5EF4-FFF2-40B4-BE49-F238E27FC236}">
                      <a16:creationId xmlns:a16="http://schemas.microsoft.com/office/drawing/2014/main" id="{F2DEE2B6-CA11-4B3F-8CBC-A2ED5017D181}"/>
                    </a:ext>
                  </a:extLst>
                </p:cNvPr>
                <p:cNvSpPr/>
                <p:nvPr/>
              </p:nvSpPr>
              <p:spPr bwMode="auto">
                <a:xfrm rot="19560000">
                  <a:off x="710511" y="1695073"/>
                  <a:ext cx="1371600" cy="583566"/>
                </a:xfrm>
                <a:prstGeom prst="roundRect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</p:spPr>
              <p:txBody>
                <a:bodyPr vert="horz" wrap="square" lIns="0" tIns="0" rIns="0" bIns="0" numCol="1" rtlCol="0" anchor="ctr" anchorCtr="0" compatLnSpc="1">
                  <a:spAutoFit/>
                </a:bodyPr>
                <a:lstStyle/>
                <a:p>
                  <a:pPr marL="0" marR="0" indent="0" algn="ctr" defTabSz="825500" rtl="0" eaLnBrk="1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3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 Neue" charset="0"/>
                    <a:ea typeface="Helvetica Neue" charset="0"/>
                    <a:cs typeface="Helvetica Neue" charset="0"/>
                    <a:sym typeface="Helvetica Neue" charset="0"/>
                  </a:endParaRPr>
                </a:p>
              </p:txBody>
            </p:sp>
            <p:sp>
              <p:nvSpPr>
                <p:cNvPr id="33" name="矩形: 圆角 32">
                  <a:extLst>
                    <a:ext uri="{FF2B5EF4-FFF2-40B4-BE49-F238E27FC236}">
                      <a16:creationId xmlns:a16="http://schemas.microsoft.com/office/drawing/2014/main" id="{9AF0E864-B07E-490B-A144-73BD27DD03C1}"/>
                    </a:ext>
                  </a:extLst>
                </p:cNvPr>
                <p:cNvSpPr/>
                <p:nvPr/>
              </p:nvSpPr>
              <p:spPr bwMode="auto">
                <a:xfrm rot="18900000">
                  <a:off x="1262875" y="4279060"/>
                  <a:ext cx="1371600" cy="583564"/>
                </a:xfrm>
                <a:prstGeom prst="roundRect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</p:spPr>
              <p:txBody>
                <a:bodyPr vert="horz" wrap="square" lIns="0" tIns="0" rIns="0" bIns="0" numCol="1" rtlCol="0" anchor="ctr" anchorCtr="0" compatLnSpc="1">
                  <a:spAutoFit/>
                </a:bodyPr>
                <a:lstStyle/>
                <a:p>
                  <a:pPr marL="0" marR="0" indent="0" algn="ctr" defTabSz="825500" rtl="0" eaLnBrk="1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3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 Neue" charset="0"/>
                    <a:ea typeface="Helvetica Neue" charset="0"/>
                    <a:cs typeface="Helvetica Neue" charset="0"/>
                    <a:sym typeface="Helvetica Neue" charset="0"/>
                  </a:endParaRPr>
                </a:p>
              </p:txBody>
            </p:sp>
            <p:sp>
              <p:nvSpPr>
                <p:cNvPr id="34" name="矩形: 圆角 33">
                  <a:extLst>
                    <a:ext uri="{FF2B5EF4-FFF2-40B4-BE49-F238E27FC236}">
                      <a16:creationId xmlns:a16="http://schemas.microsoft.com/office/drawing/2014/main" id="{C7B6CDD6-AB57-4A2B-BFB0-76635D64FAA3}"/>
                    </a:ext>
                  </a:extLst>
                </p:cNvPr>
                <p:cNvSpPr/>
                <p:nvPr/>
              </p:nvSpPr>
              <p:spPr bwMode="auto">
                <a:xfrm>
                  <a:off x="4724400" y="4426521"/>
                  <a:ext cx="1371600" cy="583565"/>
                </a:xfrm>
                <a:prstGeom prst="roundRect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</p:spPr>
              <p:txBody>
                <a:bodyPr vert="horz" wrap="square" lIns="0" tIns="0" rIns="0" bIns="0" numCol="1" rtlCol="0" anchor="ctr" anchorCtr="0" compatLnSpc="1">
                  <a:spAutoFit/>
                </a:bodyPr>
                <a:lstStyle/>
                <a:p>
                  <a:pPr marL="0" marR="0" indent="0" algn="ctr" defTabSz="825500" rtl="0" eaLnBrk="1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3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 Neue" charset="0"/>
                    <a:ea typeface="Helvetica Neue" charset="0"/>
                    <a:cs typeface="Helvetica Neue" charset="0"/>
                    <a:sym typeface="Helvetica Neue" charset="0"/>
                  </a:endParaRPr>
                </a:p>
              </p:txBody>
            </p:sp>
            <p:sp>
              <p:nvSpPr>
                <p:cNvPr id="35" name="矩形: 圆角 34">
                  <a:extLst>
                    <a:ext uri="{FF2B5EF4-FFF2-40B4-BE49-F238E27FC236}">
                      <a16:creationId xmlns:a16="http://schemas.microsoft.com/office/drawing/2014/main" id="{2A484377-7F65-4B6D-A723-66B3910EC4C9}"/>
                    </a:ext>
                  </a:extLst>
                </p:cNvPr>
                <p:cNvSpPr/>
                <p:nvPr/>
              </p:nvSpPr>
              <p:spPr bwMode="auto">
                <a:xfrm>
                  <a:off x="4724400" y="3760660"/>
                  <a:ext cx="1371600" cy="583565"/>
                </a:xfrm>
                <a:prstGeom prst="roundRect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</p:spPr>
              <p:txBody>
                <a:bodyPr vert="horz" wrap="square" lIns="0" tIns="0" rIns="0" bIns="0" numCol="1" rtlCol="0" anchor="ctr" anchorCtr="0" compatLnSpc="1">
                  <a:spAutoFit/>
                </a:bodyPr>
                <a:lstStyle/>
                <a:p>
                  <a:pPr marL="0" marR="0" indent="0" algn="ctr" defTabSz="825500" rtl="0" eaLnBrk="1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3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 Neue" charset="0"/>
                    <a:ea typeface="Helvetica Neue" charset="0"/>
                    <a:cs typeface="Helvetica Neue" charset="0"/>
                    <a:sym typeface="Helvetica Neue" charset="0"/>
                  </a:endParaRPr>
                </a:p>
              </p:txBody>
            </p:sp>
            <p:sp>
              <p:nvSpPr>
                <p:cNvPr id="36" name="矩形: 圆角 35">
                  <a:extLst>
                    <a:ext uri="{FF2B5EF4-FFF2-40B4-BE49-F238E27FC236}">
                      <a16:creationId xmlns:a16="http://schemas.microsoft.com/office/drawing/2014/main" id="{F150D438-D82E-41C1-8CE1-B4D29F415CFE}"/>
                    </a:ext>
                  </a:extLst>
                </p:cNvPr>
                <p:cNvSpPr/>
                <p:nvPr/>
              </p:nvSpPr>
              <p:spPr bwMode="auto">
                <a:xfrm>
                  <a:off x="4724400" y="2330894"/>
                  <a:ext cx="1371600" cy="583565"/>
                </a:xfrm>
                <a:prstGeom prst="roundRect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</p:spPr>
              <p:txBody>
                <a:bodyPr vert="horz" wrap="square" lIns="0" tIns="0" rIns="0" bIns="0" numCol="1" rtlCol="0" anchor="ctr" anchorCtr="0" compatLnSpc="1">
                  <a:spAutoFit/>
                </a:bodyPr>
                <a:lstStyle/>
                <a:p>
                  <a:pPr marL="0" marR="0" indent="0" algn="ctr" defTabSz="825500" rtl="0" eaLnBrk="1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3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 Neue" charset="0"/>
                    <a:ea typeface="Helvetica Neue" charset="0"/>
                    <a:cs typeface="Helvetica Neue" charset="0"/>
                    <a:sym typeface="Helvetica Neue" charset="0"/>
                  </a:endParaRPr>
                </a:p>
              </p:txBody>
            </p:sp>
            <p:sp>
              <p:nvSpPr>
                <p:cNvPr id="37" name="矩形: 圆角 36">
                  <a:extLst>
                    <a:ext uri="{FF2B5EF4-FFF2-40B4-BE49-F238E27FC236}">
                      <a16:creationId xmlns:a16="http://schemas.microsoft.com/office/drawing/2014/main" id="{00D1DB58-EA95-4CFC-A42C-E2E307F2F2C0}"/>
                    </a:ext>
                  </a:extLst>
                </p:cNvPr>
                <p:cNvSpPr/>
                <p:nvPr/>
              </p:nvSpPr>
              <p:spPr bwMode="auto">
                <a:xfrm>
                  <a:off x="4724400" y="1665033"/>
                  <a:ext cx="1371600" cy="583565"/>
                </a:xfrm>
                <a:prstGeom prst="roundRect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</p:spPr>
              <p:txBody>
                <a:bodyPr vert="horz" wrap="square" lIns="0" tIns="0" rIns="0" bIns="0" numCol="1" rtlCol="0" anchor="ctr" anchorCtr="0" compatLnSpc="1">
                  <a:spAutoFit/>
                </a:bodyPr>
                <a:lstStyle/>
                <a:p>
                  <a:pPr marL="0" marR="0" indent="0" algn="ctr" defTabSz="825500" rtl="0" eaLnBrk="1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3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 Neue" charset="0"/>
                    <a:ea typeface="Helvetica Neue" charset="0"/>
                    <a:cs typeface="Helvetica Neue" charset="0"/>
                    <a:sym typeface="Helvetica Neue" charset="0"/>
                  </a:endParaRPr>
                </a:p>
              </p:txBody>
            </p:sp>
            <p:sp>
              <p:nvSpPr>
                <p:cNvPr id="38" name="矩形: 圆角 37">
                  <a:extLst>
                    <a:ext uri="{FF2B5EF4-FFF2-40B4-BE49-F238E27FC236}">
                      <a16:creationId xmlns:a16="http://schemas.microsoft.com/office/drawing/2014/main" id="{E0448752-BBA2-461F-85B5-921A11A20CE8}"/>
                    </a:ext>
                  </a:extLst>
                </p:cNvPr>
                <p:cNvSpPr/>
                <p:nvPr/>
              </p:nvSpPr>
              <p:spPr bwMode="auto">
                <a:xfrm>
                  <a:off x="6681216" y="4426521"/>
                  <a:ext cx="1371600" cy="583565"/>
                </a:xfrm>
                <a:prstGeom prst="roundRect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</p:spPr>
              <p:txBody>
                <a:bodyPr vert="horz" wrap="square" lIns="0" tIns="0" rIns="0" bIns="0" numCol="1" rtlCol="0" anchor="ctr" anchorCtr="0" compatLnSpc="1">
                  <a:spAutoFit/>
                </a:bodyPr>
                <a:lstStyle/>
                <a:p>
                  <a:pPr marL="0" marR="0" indent="0" algn="ctr" defTabSz="825500" rtl="0" eaLnBrk="1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3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 Neue" charset="0"/>
                    <a:ea typeface="Helvetica Neue" charset="0"/>
                    <a:cs typeface="Helvetica Neue" charset="0"/>
                    <a:sym typeface="Helvetica Neue" charset="0"/>
                  </a:endParaRPr>
                </a:p>
              </p:txBody>
            </p:sp>
            <p:sp>
              <p:nvSpPr>
                <p:cNvPr id="39" name="矩形: 圆角 38">
                  <a:extLst>
                    <a:ext uri="{FF2B5EF4-FFF2-40B4-BE49-F238E27FC236}">
                      <a16:creationId xmlns:a16="http://schemas.microsoft.com/office/drawing/2014/main" id="{50C85F09-1CFF-46C0-9340-3CF590AE6409}"/>
                    </a:ext>
                  </a:extLst>
                </p:cNvPr>
                <p:cNvSpPr/>
                <p:nvPr/>
              </p:nvSpPr>
              <p:spPr bwMode="auto">
                <a:xfrm>
                  <a:off x="6681216" y="3760660"/>
                  <a:ext cx="1371600" cy="583565"/>
                </a:xfrm>
                <a:prstGeom prst="roundRect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</p:spPr>
              <p:txBody>
                <a:bodyPr vert="horz" wrap="square" lIns="0" tIns="0" rIns="0" bIns="0" numCol="1" rtlCol="0" anchor="ctr" anchorCtr="0" compatLnSpc="1">
                  <a:spAutoFit/>
                </a:bodyPr>
                <a:lstStyle/>
                <a:p>
                  <a:pPr marL="0" marR="0" indent="0" algn="ctr" defTabSz="825500" rtl="0" eaLnBrk="1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3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 Neue" charset="0"/>
                    <a:ea typeface="Helvetica Neue" charset="0"/>
                    <a:cs typeface="Helvetica Neue" charset="0"/>
                    <a:sym typeface="Helvetica Neue" charset="0"/>
                  </a:endParaRPr>
                </a:p>
              </p:txBody>
            </p:sp>
            <p:sp>
              <p:nvSpPr>
                <p:cNvPr id="40" name="矩形: 圆角 39">
                  <a:extLst>
                    <a:ext uri="{FF2B5EF4-FFF2-40B4-BE49-F238E27FC236}">
                      <a16:creationId xmlns:a16="http://schemas.microsoft.com/office/drawing/2014/main" id="{5CFBE054-B5BF-4AA4-A491-820A18BA9447}"/>
                    </a:ext>
                  </a:extLst>
                </p:cNvPr>
                <p:cNvSpPr/>
                <p:nvPr/>
              </p:nvSpPr>
              <p:spPr bwMode="auto">
                <a:xfrm>
                  <a:off x="6681216" y="2330894"/>
                  <a:ext cx="1371600" cy="583565"/>
                </a:xfrm>
                <a:prstGeom prst="roundRect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</p:spPr>
              <p:txBody>
                <a:bodyPr vert="horz" wrap="square" lIns="0" tIns="0" rIns="0" bIns="0" numCol="1" rtlCol="0" anchor="ctr" anchorCtr="0" compatLnSpc="1">
                  <a:spAutoFit/>
                </a:bodyPr>
                <a:lstStyle/>
                <a:p>
                  <a:pPr marL="0" marR="0" indent="0" algn="ctr" defTabSz="825500" rtl="0" eaLnBrk="1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3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 Neue" charset="0"/>
                    <a:ea typeface="Helvetica Neue" charset="0"/>
                    <a:cs typeface="Helvetica Neue" charset="0"/>
                    <a:sym typeface="Helvetica Neue" charset="0"/>
                  </a:endParaRPr>
                </a:p>
              </p:txBody>
            </p:sp>
            <p:sp>
              <p:nvSpPr>
                <p:cNvPr id="41" name="矩形: 圆角 40">
                  <a:extLst>
                    <a:ext uri="{FF2B5EF4-FFF2-40B4-BE49-F238E27FC236}">
                      <a16:creationId xmlns:a16="http://schemas.microsoft.com/office/drawing/2014/main" id="{BAA0BB16-EDC3-4541-ABE5-28CB06B5E2AE}"/>
                    </a:ext>
                  </a:extLst>
                </p:cNvPr>
                <p:cNvSpPr/>
                <p:nvPr/>
              </p:nvSpPr>
              <p:spPr bwMode="auto">
                <a:xfrm>
                  <a:off x="6681216" y="1665033"/>
                  <a:ext cx="1371600" cy="583565"/>
                </a:xfrm>
                <a:prstGeom prst="roundRect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</p:spPr>
              <p:txBody>
                <a:bodyPr vert="horz" wrap="square" lIns="0" tIns="0" rIns="0" bIns="0" numCol="1" rtlCol="0" anchor="ctr" anchorCtr="0" compatLnSpc="1">
                  <a:spAutoFit/>
                </a:bodyPr>
                <a:lstStyle/>
                <a:p>
                  <a:pPr marL="0" marR="0" indent="0" algn="ctr" defTabSz="825500" rtl="0" eaLnBrk="1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3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 Neue" charset="0"/>
                    <a:ea typeface="Helvetica Neue" charset="0"/>
                    <a:cs typeface="Helvetica Neue" charset="0"/>
                    <a:sym typeface="Helvetica Neue" charset="0"/>
                  </a:endParaRPr>
                </a:p>
              </p:txBody>
            </p:sp>
          </p:grp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CC21B422-976D-4239-9935-09AD646DADC8}"/>
                  </a:ext>
                </a:extLst>
              </p:cNvPr>
              <p:cNvCxnSpPr>
                <a:cxnSpLocks/>
                <a:stCxn id="36" idx="2"/>
                <a:endCxn id="35" idx="0"/>
              </p:cNvCxnSpPr>
              <p:nvPr/>
            </p:nvCxnSpPr>
            <p:spPr bwMode="auto">
              <a:xfrm>
                <a:off x="9666383" y="2414357"/>
                <a:ext cx="0" cy="592341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lgDashDot"/>
                <a:miter lim="400000"/>
                <a:headEnd type="none" w="med" len="med"/>
                <a:tailEnd type="none" w="med" len="med"/>
              </a:ln>
            </p:spPr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77A3F5C2-143A-4A55-A6D8-0237C9E8A404}"/>
                  </a:ext>
                </a:extLst>
              </p:cNvPr>
              <p:cNvCxnSpPr>
                <a:cxnSpLocks/>
                <a:stCxn id="40" idx="2"/>
                <a:endCxn id="39" idx="0"/>
              </p:cNvCxnSpPr>
              <p:nvPr/>
            </p:nvCxnSpPr>
            <p:spPr bwMode="auto">
              <a:xfrm>
                <a:off x="11036154" y="2414357"/>
                <a:ext cx="0" cy="592341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lgDashDot"/>
                <a:miter lim="400000"/>
                <a:headEnd type="none" w="med" len="med"/>
                <a:tailEnd type="none" w="med" len="med"/>
              </a:ln>
            </p:spPr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76905FF8-78B7-49BC-BB76-B23275D2C59F}"/>
                  </a:ext>
                </a:extLst>
              </p:cNvPr>
              <p:cNvCxnSpPr/>
              <p:nvPr/>
            </p:nvCxnSpPr>
            <p:spPr bwMode="auto">
              <a:xfrm>
                <a:off x="10355765" y="2710527"/>
                <a:ext cx="0" cy="403200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solid"/>
                <a:miter lim="400000"/>
                <a:headEnd type="oval" w="lg" len="lg"/>
                <a:tailEnd type="none" w="med" len="med"/>
              </a:ln>
            </p:spPr>
          </p:cxnSp>
          <p:sp>
            <p:nvSpPr>
              <p:cNvPr id="47" name="矩形: 圆角 46">
                <a:extLst>
                  <a:ext uri="{FF2B5EF4-FFF2-40B4-BE49-F238E27FC236}">
                    <a16:creationId xmlns:a16="http://schemas.microsoft.com/office/drawing/2014/main" id="{B9931549-A067-4433-9E53-5671AF357C0F}"/>
                  </a:ext>
                </a:extLst>
              </p:cNvPr>
              <p:cNvSpPr/>
              <p:nvPr/>
            </p:nvSpPr>
            <p:spPr bwMode="auto">
              <a:xfrm rot="-2340000">
                <a:off x="6564128" y="2506278"/>
                <a:ext cx="960120" cy="408495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 cap="flat" cmpd="sng" algn="ctr">
                <a:solidFill>
                  <a:srgbClr val="000000"/>
                </a:solidFill>
                <a:prstDash val="dash"/>
                <a:miter lim="400000"/>
                <a:headEnd type="none" w="med" len="med"/>
                <a:tailEnd type="none" w="med" len="med"/>
              </a:ln>
            </p:spPr>
            <p:txBody>
              <a:bodyPr vert="horz" wrap="square" lIns="0" tIns="0" rIns="0" bIns="0" numCol="1" rtlCol="0" anchor="ctr" anchorCtr="0" compatLnSpc="1">
                <a:spAutoFit/>
              </a:bodyPr>
              <a:lstStyle/>
              <a:p>
                <a:pPr marL="0" marR="0" indent="0" algn="ctr" defTabSz="8255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3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endParaRPr>
              </a:p>
            </p:txBody>
          </p: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7F1026E1-2E35-43C3-B48D-0BE76E1D64D5}"/>
                  </a:ext>
                </a:extLst>
              </p:cNvPr>
              <p:cNvCxnSpPr>
                <a:cxnSpLocks/>
                <a:stCxn id="33" idx="2"/>
              </p:cNvCxnSpPr>
              <p:nvPr/>
            </p:nvCxnSpPr>
            <p:spPr bwMode="auto">
              <a:xfrm>
                <a:off x="7387740" y="3718250"/>
                <a:ext cx="2968025" cy="302427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:ln>
            </p:spPr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EB6C8D4F-03F8-4D26-AE40-FE97367FA79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044188" y="2710525"/>
                <a:ext cx="3311577" cy="4032002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:ln>
            </p:spPr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9BC5212E-159A-4BF3-B135-E87AB0E83D51}"/>
                  </a:ext>
                </a:extLst>
              </p:cNvPr>
              <p:cNvCxnSpPr>
                <a:cxnSpLocks/>
                <a:stCxn id="32" idx="2"/>
              </p:cNvCxnSpPr>
              <p:nvPr/>
            </p:nvCxnSpPr>
            <p:spPr bwMode="auto">
              <a:xfrm>
                <a:off x="6970874" y="1934364"/>
                <a:ext cx="3384891" cy="4808163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:ln>
            </p:spPr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7655D1E9-3640-4969-AD33-547A9FF5AF2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054162" y="1946538"/>
                <a:ext cx="12802" cy="152454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lgDashDot"/>
                <a:miter lim="400000"/>
                <a:headEnd type="none" w="med" len="med"/>
                <a:tailEnd type="none" w="med" len="med"/>
              </a:ln>
            </p:spPr>
          </p:cxnSp>
        </p:grp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12E76BDE-8367-4D3C-849F-01A17E6097E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025255" y="1661725"/>
              <a:ext cx="795976" cy="536892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</p:spPr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B7432333-2167-4B77-88B4-E53C81AFBFE2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523308" y="3485038"/>
              <a:ext cx="678907" cy="67890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</p:spPr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37B89589-B702-463D-9702-6BBE2B41EEA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258554" y="2649040"/>
              <a:ext cx="746153" cy="604223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</p:spPr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F47CDA3A-2E09-435E-930E-62AB5F308EC5}"/>
                </a:ext>
              </a:extLst>
            </p:cNvPr>
            <p:cNvCxnSpPr/>
            <p:nvPr/>
          </p:nvCxnSpPr>
          <p:spPr bwMode="auto">
            <a:xfrm>
              <a:off x="2731117" y="1658803"/>
              <a:ext cx="10800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B050"/>
              </a:solidFill>
              <a:prstDash val="solid"/>
              <a:miter lim="400000"/>
              <a:headEnd type="none" w="med" len="med"/>
              <a:tailEnd type="none" w="med" len="med"/>
            </a:ln>
          </p:spPr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FF0D9E9D-1D6D-49F9-9E04-091ABF1C78C7}"/>
                </a:ext>
              </a:extLst>
            </p:cNvPr>
            <p:cNvCxnSpPr/>
            <p:nvPr/>
          </p:nvCxnSpPr>
          <p:spPr bwMode="auto">
            <a:xfrm>
              <a:off x="3116899" y="3487209"/>
              <a:ext cx="10800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B050"/>
              </a:solidFill>
              <a:prstDash val="solid"/>
              <a:miter lim="400000"/>
              <a:headEnd type="none" w="med" len="med"/>
              <a:tailEnd type="none" w="med" len="med"/>
            </a:ln>
          </p:spPr>
        </p:cxn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0CE06DF4-3404-423C-9D01-F8484537E49C}"/>
                </a:ext>
              </a:extLst>
            </p:cNvPr>
            <p:cNvSpPr/>
            <p:nvPr/>
          </p:nvSpPr>
          <p:spPr bwMode="auto">
            <a:xfrm>
              <a:off x="2987749" y="1674628"/>
              <a:ext cx="159487" cy="441251"/>
            </a:xfrm>
            <a:custGeom>
              <a:avLst/>
              <a:gdLst>
                <a:gd name="connsiteX0" fmla="*/ 0 w 26772"/>
                <a:gd name="connsiteY0" fmla="*/ 0 h 111642"/>
                <a:gd name="connsiteX1" fmla="*/ 5316 w 26772"/>
                <a:gd name="connsiteY1" fmla="*/ 26581 h 111642"/>
                <a:gd name="connsiteX2" fmla="*/ 15949 w 26772"/>
                <a:gd name="connsiteY2" fmla="*/ 42530 h 111642"/>
                <a:gd name="connsiteX3" fmla="*/ 26581 w 26772"/>
                <a:gd name="connsiteY3" fmla="*/ 69112 h 111642"/>
                <a:gd name="connsiteX4" fmla="*/ 21265 w 26772"/>
                <a:gd name="connsiteY4" fmla="*/ 90377 h 111642"/>
                <a:gd name="connsiteX5" fmla="*/ 26581 w 26772"/>
                <a:gd name="connsiteY5" fmla="*/ 106325 h 111642"/>
                <a:gd name="connsiteX6" fmla="*/ 26581 w 26772"/>
                <a:gd name="connsiteY6" fmla="*/ 111642 h 111642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69112 h 467833"/>
                <a:gd name="connsiteX4" fmla="*/ 21265 w 116957"/>
                <a:gd name="connsiteY4" fmla="*/ 90377 h 467833"/>
                <a:gd name="connsiteX5" fmla="*/ 26581 w 116957"/>
                <a:gd name="connsiteY5" fmla="*/ 106325 h 467833"/>
                <a:gd name="connsiteX6" fmla="*/ 116957 w 116957"/>
                <a:gd name="connsiteY6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69112 h 467833"/>
                <a:gd name="connsiteX4" fmla="*/ 21265 w 116957"/>
                <a:gd name="connsiteY4" fmla="*/ 90377 h 467833"/>
                <a:gd name="connsiteX5" fmla="*/ 37214 w 116957"/>
                <a:gd name="connsiteY5" fmla="*/ 228600 h 467833"/>
                <a:gd name="connsiteX6" fmla="*/ 116957 w 116957"/>
                <a:gd name="connsiteY6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69112 h 467833"/>
                <a:gd name="connsiteX4" fmla="*/ 26581 w 116957"/>
                <a:gd name="connsiteY4" fmla="*/ 170122 h 467833"/>
                <a:gd name="connsiteX5" fmla="*/ 37214 w 116957"/>
                <a:gd name="connsiteY5" fmla="*/ 228600 h 467833"/>
                <a:gd name="connsiteX6" fmla="*/ 116957 w 116957"/>
                <a:gd name="connsiteY6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69112 h 467833"/>
                <a:gd name="connsiteX4" fmla="*/ 26581 w 116957"/>
                <a:gd name="connsiteY4" fmla="*/ 170122 h 467833"/>
                <a:gd name="connsiteX5" fmla="*/ 58479 w 116957"/>
                <a:gd name="connsiteY5" fmla="*/ 287079 h 467833"/>
                <a:gd name="connsiteX6" fmla="*/ 116957 w 116957"/>
                <a:gd name="connsiteY6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170122 h 467833"/>
                <a:gd name="connsiteX4" fmla="*/ 58479 w 116957"/>
                <a:gd name="connsiteY4" fmla="*/ 287079 h 467833"/>
                <a:gd name="connsiteX5" fmla="*/ 116957 w 116957"/>
                <a:gd name="connsiteY5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26581 w 116957"/>
                <a:gd name="connsiteY2" fmla="*/ 170122 h 467833"/>
                <a:gd name="connsiteX3" fmla="*/ 58479 w 116957"/>
                <a:gd name="connsiteY3" fmla="*/ 287079 h 467833"/>
                <a:gd name="connsiteX4" fmla="*/ 116957 w 116957"/>
                <a:gd name="connsiteY4" fmla="*/ 467833 h 467833"/>
                <a:gd name="connsiteX0" fmla="*/ 0 w 116957"/>
                <a:gd name="connsiteY0" fmla="*/ 0 h 467833"/>
                <a:gd name="connsiteX1" fmla="*/ 26581 w 116957"/>
                <a:gd name="connsiteY1" fmla="*/ 170122 h 467833"/>
                <a:gd name="connsiteX2" fmla="*/ 58479 w 116957"/>
                <a:gd name="connsiteY2" fmla="*/ 287079 h 467833"/>
                <a:gd name="connsiteX3" fmla="*/ 116957 w 116957"/>
                <a:gd name="connsiteY3" fmla="*/ 467833 h 467833"/>
                <a:gd name="connsiteX0" fmla="*/ 0 w 159487"/>
                <a:gd name="connsiteY0" fmla="*/ 0 h 441251"/>
                <a:gd name="connsiteX1" fmla="*/ 26581 w 159487"/>
                <a:gd name="connsiteY1" fmla="*/ 170122 h 441251"/>
                <a:gd name="connsiteX2" fmla="*/ 58479 w 159487"/>
                <a:gd name="connsiteY2" fmla="*/ 287079 h 441251"/>
                <a:gd name="connsiteX3" fmla="*/ 159487 w 159487"/>
                <a:gd name="connsiteY3" fmla="*/ 441251 h 441251"/>
                <a:gd name="connsiteX0" fmla="*/ 0 w 159487"/>
                <a:gd name="connsiteY0" fmla="*/ 0 h 441251"/>
                <a:gd name="connsiteX1" fmla="*/ 15948 w 159487"/>
                <a:gd name="connsiteY1" fmla="*/ 164805 h 441251"/>
                <a:gd name="connsiteX2" fmla="*/ 58479 w 159487"/>
                <a:gd name="connsiteY2" fmla="*/ 287079 h 441251"/>
                <a:gd name="connsiteX3" fmla="*/ 159487 w 159487"/>
                <a:gd name="connsiteY3" fmla="*/ 441251 h 44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487" h="441251">
                  <a:moveTo>
                    <a:pt x="0" y="0"/>
                  </a:moveTo>
                  <a:cubicBezTo>
                    <a:pt x="5538" y="35442"/>
                    <a:pt x="6202" y="116959"/>
                    <a:pt x="15948" y="164805"/>
                  </a:cubicBezTo>
                  <a:cubicBezTo>
                    <a:pt x="25694" y="212651"/>
                    <a:pt x="34556" y="241005"/>
                    <a:pt x="58479" y="287079"/>
                  </a:cubicBezTo>
                  <a:cubicBezTo>
                    <a:pt x="82402" y="333153"/>
                    <a:pt x="159487" y="439479"/>
                    <a:pt x="159487" y="441251"/>
                  </a:cubicBezTo>
                </a:path>
              </a:pathLst>
            </a:custGeom>
            <a:noFill/>
            <a:ln w="15875" cap="flat" cmpd="sng" algn="ctr">
              <a:solidFill>
                <a:srgbClr val="C00000"/>
              </a:solidFill>
              <a:prstDash val="solid"/>
              <a:miter lim="400000"/>
              <a:headEnd type="triangle" w="sm" len="lg"/>
              <a:tailEnd type="triangle" w="sm" len="lg"/>
            </a:ln>
          </p:spPr>
          <p:txBody>
            <a:bodyPr vert="horz" wrap="square" lIns="0" tIns="0" rIns="0" bIns="0" numCol="1" rtlCol="0" anchor="ctr" anchorCtr="0" compatLnSpc="1">
              <a:spAutoFit/>
            </a:bodyPr>
            <a:lstStyle/>
            <a:p>
              <a:pPr marL="0" marR="0" indent="0" algn="ctr" defTabSz="8255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3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endParaRPr>
            </a:p>
          </p:txBody>
        </p:sp>
        <p:sp>
          <p:nvSpPr>
            <p:cNvPr id="52" name="任意多边形: 形状 51">
              <a:extLst>
                <a:ext uri="{FF2B5EF4-FFF2-40B4-BE49-F238E27FC236}">
                  <a16:creationId xmlns:a16="http://schemas.microsoft.com/office/drawing/2014/main" id="{0214A927-9873-45B4-8F36-25EB90D7699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355519" y="3483540"/>
              <a:ext cx="221203" cy="612000"/>
            </a:xfrm>
            <a:custGeom>
              <a:avLst/>
              <a:gdLst>
                <a:gd name="connsiteX0" fmla="*/ 0 w 26772"/>
                <a:gd name="connsiteY0" fmla="*/ 0 h 111642"/>
                <a:gd name="connsiteX1" fmla="*/ 5316 w 26772"/>
                <a:gd name="connsiteY1" fmla="*/ 26581 h 111642"/>
                <a:gd name="connsiteX2" fmla="*/ 15949 w 26772"/>
                <a:gd name="connsiteY2" fmla="*/ 42530 h 111642"/>
                <a:gd name="connsiteX3" fmla="*/ 26581 w 26772"/>
                <a:gd name="connsiteY3" fmla="*/ 69112 h 111642"/>
                <a:gd name="connsiteX4" fmla="*/ 21265 w 26772"/>
                <a:gd name="connsiteY4" fmla="*/ 90377 h 111642"/>
                <a:gd name="connsiteX5" fmla="*/ 26581 w 26772"/>
                <a:gd name="connsiteY5" fmla="*/ 106325 h 111642"/>
                <a:gd name="connsiteX6" fmla="*/ 26581 w 26772"/>
                <a:gd name="connsiteY6" fmla="*/ 111642 h 111642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69112 h 467833"/>
                <a:gd name="connsiteX4" fmla="*/ 21265 w 116957"/>
                <a:gd name="connsiteY4" fmla="*/ 90377 h 467833"/>
                <a:gd name="connsiteX5" fmla="*/ 26581 w 116957"/>
                <a:gd name="connsiteY5" fmla="*/ 106325 h 467833"/>
                <a:gd name="connsiteX6" fmla="*/ 116957 w 116957"/>
                <a:gd name="connsiteY6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69112 h 467833"/>
                <a:gd name="connsiteX4" fmla="*/ 21265 w 116957"/>
                <a:gd name="connsiteY4" fmla="*/ 90377 h 467833"/>
                <a:gd name="connsiteX5" fmla="*/ 37214 w 116957"/>
                <a:gd name="connsiteY5" fmla="*/ 228600 h 467833"/>
                <a:gd name="connsiteX6" fmla="*/ 116957 w 116957"/>
                <a:gd name="connsiteY6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69112 h 467833"/>
                <a:gd name="connsiteX4" fmla="*/ 26581 w 116957"/>
                <a:gd name="connsiteY4" fmla="*/ 170122 h 467833"/>
                <a:gd name="connsiteX5" fmla="*/ 37214 w 116957"/>
                <a:gd name="connsiteY5" fmla="*/ 228600 h 467833"/>
                <a:gd name="connsiteX6" fmla="*/ 116957 w 116957"/>
                <a:gd name="connsiteY6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69112 h 467833"/>
                <a:gd name="connsiteX4" fmla="*/ 26581 w 116957"/>
                <a:gd name="connsiteY4" fmla="*/ 170122 h 467833"/>
                <a:gd name="connsiteX5" fmla="*/ 58479 w 116957"/>
                <a:gd name="connsiteY5" fmla="*/ 287079 h 467833"/>
                <a:gd name="connsiteX6" fmla="*/ 116957 w 116957"/>
                <a:gd name="connsiteY6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170122 h 467833"/>
                <a:gd name="connsiteX4" fmla="*/ 58479 w 116957"/>
                <a:gd name="connsiteY4" fmla="*/ 287079 h 467833"/>
                <a:gd name="connsiteX5" fmla="*/ 116957 w 116957"/>
                <a:gd name="connsiteY5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26581 w 116957"/>
                <a:gd name="connsiteY2" fmla="*/ 170122 h 467833"/>
                <a:gd name="connsiteX3" fmla="*/ 58479 w 116957"/>
                <a:gd name="connsiteY3" fmla="*/ 287079 h 467833"/>
                <a:gd name="connsiteX4" fmla="*/ 116957 w 116957"/>
                <a:gd name="connsiteY4" fmla="*/ 467833 h 467833"/>
                <a:gd name="connsiteX0" fmla="*/ 0 w 116957"/>
                <a:gd name="connsiteY0" fmla="*/ 0 h 467833"/>
                <a:gd name="connsiteX1" fmla="*/ 26581 w 116957"/>
                <a:gd name="connsiteY1" fmla="*/ 170122 h 467833"/>
                <a:gd name="connsiteX2" fmla="*/ 58479 w 116957"/>
                <a:gd name="connsiteY2" fmla="*/ 287079 h 467833"/>
                <a:gd name="connsiteX3" fmla="*/ 116957 w 116957"/>
                <a:gd name="connsiteY3" fmla="*/ 467833 h 467833"/>
                <a:gd name="connsiteX0" fmla="*/ 0 w 159487"/>
                <a:gd name="connsiteY0" fmla="*/ 0 h 441251"/>
                <a:gd name="connsiteX1" fmla="*/ 26581 w 159487"/>
                <a:gd name="connsiteY1" fmla="*/ 170122 h 441251"/>
                <a:gd name="connsiteX2" fmla="*/ 58479 w 159487"/>
                <a:gd name="connsiteY2" fmla="*/ 287079 h 441251"/>
                <a:gd name="connsiteX3" fmla="*/ 159487 w 159487"/>
                <a:gd name="connsiteY3" fmla="*/ 441251 h 441251"/>
                <a:gd name="connsiteX0" fmla="*/ 0 w 159487"/>
                <a:gd name="connsiteY0" fmla="*/ 0 h 441251"/>
                <a:gd name="connsiteX1" fmla="*/ 15948 w 159487"/>
                <a:gd name="connsiteY1" fmla="*/ 164805 h 441251"/>
                <a:gd name="connsiteX2" fmla="*/ 58479 w 159487"/>
                <a:gd name="connsiteY2" fmla="*/ 287079 h 441251"/>
                <a:gd name="connsiteX3" fmla="*/ 159487 w 159487"/>
                <a:gd name="connsiteY3" fmla="*/ 441251 h 44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487" h="441251">
                  <a:moveTo>
                    <a:pt x="0" y="0"/>
                  </a:moveTo>
                  <a:cubicBezTo>
                    <a:pt x="5538" y="35442"/>
                    <a:pt x="6202" y="116959"/>
                    <a:pt x="15948" y="164805"/>
                  </a:cubicBezTo>
                  <a:cubicBezTo>
                    <a:pt x="25694" y="212651"/>
                    <a:pt x="34556" y="241005"/>
                    <a:pt x="58479" y="287079"/>
                  </a:cubicBezTo>
                  <a:cubicBezTo>
                    <a:pt x="82402" y="333153"/>
                    <a:pt x="159487" y="439479"/>
                    <a:pt x="159487" y="441251"/>
                  </a:cubicBezTo>
                </a:path>
              </a:pathLst>
            </a:custGeom>
            <a:noFill/>
            <a:ln w="15875" cap="flat" cmpd="sng" algn="ctr">
              <a:solidFill>
                <a:srgbClr val="C00000"/>
              </a:solidFill>
              <a:prstDash val="solid"/>
              <a:miter lim="400000"/>
              <a:headEnd type="triangle" w="sm" len="lg"/>
              <a:tailEnd type="triangle" w="sm" len="lg"/>
            </a:ln>
          </p:spPr>
          <p:txBody>
            <a:bodyPr vert="horz" wrap="square" lIns="0" tIns="0" rIns="0" bIns="0" numCol="1" rtlCol="0" anchor="ctr" anchorCtr="0" compatLnSpc="1">
              <a:spAutoFit/>
            </a:bodyPr>
            <a:lstStyle/>
            <a:p>
              <a:pPr marL="0" marR="0" indent="0" algn="ctr" defTabSz="8255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3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endParaRPr>
            </a:p>
          </p:txBody>
        </p:sp>
        <p:sp>
          <p:nvSpPr>
            <p:cNvPr id="53" name="任意多边形: 形状 52">
              <a:extLst>
                <a:ext uri="{FF2B5EF4-FFF2-40B4-BE49-F238E27FC236}">
                  <a16:creationId xmlns:a16="http://schemas.microsoft.com/office/drawing/2014/main" id="{8931DBEE-50F9-42E4-A43E-4FB08899F71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133534" y="2639723"/>
              <a:ext cx="195179" cy="540000"/>
            </a:xfrm>
            <a:custGeom>
              <a:avLst/>
              <a:gdLst>
                <a:gd name="connsiteX0" fmla="*/ 0 w 26772"/>
                <a:gd name="connsiteY0" fmla="*/ 0 h 111642"/>
                <a:gd name="connsiteX1" fmla="*/ 5316 w 26772"/>
                <a:gd name="connsiteY1" fmla="*/ 26581 h 111642"/>
                <a:gd name="connsiteX2" fmla="*/ 15949 w 26772"/>
                <a:gd name="connsiteY2" fmla="*/ 42530 h 111642"/>
                <a:gd name="connsiteX3" fmla="*/ 26581 w 26772"/>
                <a:gd name="connsiteY3" fmla="*/ 69112 h 111642"/>
                <a:gd name="connsiteX4" fmla="*/ 21265 w 26772"/>
                <a:gd name="connsiteY4" fmla="*/ 90377 h 111642"/>
                <a:gd name="connsiteX5" fmla="*/ 26581 w 26772"/>
                <a:gd name="connsiteY5" fmla="*/ 106325 h 111642"/>
                <a:gd name="connsiteX6" fmla="*/ 26581 w 26772"/>
                <a:gd name="connsiteY6" fmla="*/ 111642 h 111642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69112 h 467833"/>
                <a:gd name="connsiteX4" fmla="*/ 21265 w 116957"/>
                <a:gd name="connsiteY4" fmla="*/ 90377 h 467833"/>
                <a:gd name="connsiteX5" fmla="*/ 26581 w 116957"/>
                <a:gd name="connsiteY5" fmla="*/ 106325 h 467833"/>
                <a:gd name="connsiteX6" fmla="*/ 116957 w 116957"/>
                <a:gd name="connsiteY6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69112 h 467833"/>
                <a:gd name="connsiteX4" fmla="*/ 21265 w 116957"/>
                <a:gd name="connsiteY4" fmla="*/ 90377 h 467833"/>
                <a:gd name="connsiteX5" fmla="*/ 37214 w 116957"/>
                <a:gd name="connsiteY5" fmla="*/ 228600 h 467833"/>
                <a:gd name="connsiteX6" fmla="*/ 116957 w 116957"/>
                <a:gd name="connsiteY6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69112 h 467833"/>
                <a:gd name="connsiteX4" fmla="*/ 26581 w 116957"/>
                <a:gd name="connsiteY4" fmla="*/ 170122 h 467833"/>
                <a:gd name="connsiteX5" fmla="*/ 37214 w 116957"/>
                <a:gd name="connsiteY5" fmla="*/ 228600 h 467833"/>
                <a:gd name="connsiteX6" fmla="*/ 116957 w 116957"/>
                <a:gd name="connsiteY6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69112 h 467833"/>
                <a:gd name="connsiteX4" fmla="*/ 26581 w 116957"/>
                <a:gd name="connsiteY4" fmla="*/ 170122 h 467833"/>
                <a:gd name="connsiteX5" fmla="*/ 58479 w 116957"/>
                <a:gd name="connsiteY5" fmla="*/ 287079 h 467833"/>
                <a:gd name="connsiteX6" fmla="*/ 116957 w 116957"/>
                <a:gd name="connsiteY6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170122 h 467833"/>
                <a:gd name="connsiteX4" fmla="*/ 58479 w 116957"/>
                <a:gd name="connsiteY4" fmla="*/ 287079 h 467833"/>
                <a:gd name="connsiteX5" fmla="*/ 116957 w 116957"/>
                <a:gd name="connsiteY5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26581 w 116957"/>
                <a:gd name="connsiteY2" fmla="*/ 170122 h 467833"/>
                <a:gd name="connsiteX3" fmla="*/ 58479 w 116957"/>
                <a:gd name="connsiteY3" fmla="*/ 287079 h 467833"/>
                <a:gd name="connsiteX4" fmla="*/ 116957 w 116957"/>
                <a:gd name="connsiteY4" fmla="*/ 467833 h 467833"/>
                <a:gd name="connsiteX0" fmla="*/ 0 w 116957"/>
                <a:gd name="connsiteY0" fmla="*/ 0 h 467833"/>
                <a:gd name="connsiteX1" fmla="*/ 26581 w 116957"/>
                <a:gd name="connsiteY1" fmla="*/ 170122 h 467833"/>
                <a:gd name="connsiteX2" fmla="*/ 58479 w 116957"/>
                <a:gd name="connsiteY2" fmla="*/ 287079 h 467833"/>
                <a:gd name="connsiteX3" fmla="*/ 116957 w 116957"/>
                <a:gd name="connsiteY3" fmla="*/ 467833 h 467833"/>
                <a:gd name="connsiteX0" fmla="*/ 0 w 159487"/>
                <a:gd name="connsiteY0" fmla="*/ 0 h 441251"/>
                <a:gd name="connsiteX1" fmla="*/ 26581 w 159487"/>
                <a:gd name="connsiteY1" fmla="*/ 170122 h 441251"/>
                <a:gd name="connsiteX2" fmla="*/ 58479 w 159487"/>
                <a:gd name="connsiteY2" fmla="*/ 287079 h 441251"/>
                <a:gd name="connsiteX3" fmla="*/ 159487 w 159487"/>
                <a:gd name="connsiteY3" fmla="*/ 441251 h 441251"/>
                <a:gd name="connsiteX0" fmla="*/ 0 w 159487"/>
                <a:gd name="connsiteY0" fmla="*/ 0 h 441251"/>
                <a:gd name="connsiteX1" fmla="*/ 15948 w 159487"/>
                <a:gd name="connsiteY1" fmla="*/ 164805 h 441251"/>
                <a:gd name="connsiteX2" fmla="*/ 58479 w 159487"/>
                <a:gd name="connsiteY2" fmla="*/ 287079 h 441251"/>
                <a:gd name="connsiteX3" fmla="*/ 159487 w 159487"/>
                <a:gd name="connsiteY3" fmla="*/ 441251 h 44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487" h="441251">
                  <a:moveTo>
                    <a:pt x="0" y="0"/>
                  </a:moveTo>
                  <a:cubicBezTo>
                    <a:pt x="5538" y="35442"/>
                    <a:pt x="6202" y="116959"/>
                    <a:pt x="15948" y="164805"/>
                  </a:cubicBezTo>
                  <a:cubicBezTo>
                    <a:pt x="25694" y="212651"/>
                    <a:pt x="34556" y="241005"/>
                    <a:pt x="58479" y="287079"/>
                  </a:cubicBezTo>
                  <a:cubicBezTo>
                    <a:pt x="82402" y="333153"/>
                    <a:pt x="159487" y="439479"/>
                    <a:pt x="159487" y="441251"/>
                  </a:cubicBezTo>
                </a:path>
              </a:pathLst>
            </a:custGeom>
            <a:noFill/>
            <a:ln w="15875" cap="flat" cmpd="sng" algn="ctr">
              <a:solidFill>
                <a:srgbClr val="C00000"/>
              </a:solidFill>
              <a:prstDash val="solid"/>
              <a:miter lim="400000"/>
              <a:headEnd type="triangle" w="sm" len="lg"/>
              <a:tailEnd type="triangle" w="sm" len="lg"/>
            </a:ln>
          </p:spPr>
          <p:txBody>
            <a:bodyPr vert="horz" wrap="square" lIns="0" tIns="0" rIns="0" bIns="0" numCol="1" rtlCol="0" anchor="ctr" anchorCtr="0" compatLnSpc="1">
              <a:spAutoFit/>
            </a:bodyPr>
            <a:lstStyle/>
            <a:p>
              <a:pPr marL="0" marR="0" indent="0" algn="ctr" defTabSz="8255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3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439569E0-152A-4E3B-A174-BF91E7FB4240}"/>
                </a:ext>
              </a:extLst>
            </p:cNvPr>
            <p:cNvSpPr txBox="1"/>
            <p:nvPr/>
          </p:nvSpPr>
          <p:spPr>
            <a:xfrm>
              <a:off x="2872430" y="2782788"/>
              <a:ext cx="3508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Symbol" panose="05050102010706020507" pitchFamily="18" charset="2"/>
                </a:rPr>
                <a:t>d</a:t>
              </a:r>
              <a:endParaRPr lang="zh-CN" altLang="en-US" sz="2000" dirty="0">
                <a:latin typeface="Symbol" panose="05050102010706020507" pitchFamily="18" charset="2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4F11F0CF-A6CA-4E0F-A350-69EC70B793C7}"/>
                </a:ext>
              </a:extLst>
            </p:cNvPr>
            <p:cNvSpPr txBox="1"/>
            <p:nvPr/>
          </p:nvSpPr>
          <p:spPr>
            <a:xfrm>
              <a:off x="2573584" y="1699716"/>
              <a:ext cx="534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Symbol" panose="05050102010706020507" pitchFamily="18" charset="2"/>
                </a:rPr>
                <a:t>d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E380A1DC-ACBE-4A5F-A820-D0BB0E7EEC85}"/>
                </a:ext>
              </a:extLst>
            </p:cNvPr>
            <p:cNvSpPr txBox="1"/>
            <p:nvPr/>
          </p:nvSpPr>
          <p:spPr>
            <a:xfrm>
              <a:off x="2991457" y="3643303"/>
              <a:ext cx="534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Symbol" panose="05050102010706020507" pitchFamily="18" charset="2"/>
                </a:rPr>
                <a:t>d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297C43D4-3DE1-4320-987C-4C0502C41291}"/>
                </a:ext>
              </a:extLst>
            </p:cNvPr>
            <p:cNvSpPr txBox="1"/>
            <p:nvPr/>
          </p:nvSpPr>
          <p:spPr>
            <a:xfrm>
              <a:off x="7248226" y="2102060"/>
              <a:ext cx="534193" cy="453183"/>
            </a:xfrm>
            <a:prstGeom prst="rect">
              <a:avLst/>
            </a:prstGeom>
            <a:noFill/>
          </p:spPr>
          <p:txBody>
            <a:bodyPr wrap="square" lIns="0" tIns="0" rIns="0" bIns="144000" rtlCol="0" anchor="ctr" anchorCtr="0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ED900E92-F130-4252-B8EA-1CA2730A297D}"/>
                </a:ext>
              </a:extLst>
            </p:cNvPr>
            <p:cNvSpPr txBox="1"/>
            <p:nvPr/>
          </p:nvSpPr>
          <p:spPr>
            <a:xfrm>
              <a:off x="7317948" y="6464063"/>
              <a:ext cx="534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0774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1355" y="205757"/>
            <a:ext cx="94498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  <a:sym typeface="Arial" panose="020B0604020202020204" pitchFamily="34" charset="0"/>
              </a:rPr>
              <a:t>单轨车辆的“转向瞬心”</a:t>
            </a:r>
            <a:endParaRPr lang="en-US" altLang="zh-CN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8D6B705D-9B65-4EFA-BB7E-4D85F7C3126F}"/>
              </a:ext>
            </a:extLst>
          </p:cNvPr>
          <p:cNvGrpSpPr/>
          <p:nvPr/>
        </p:nvGrpSpPr>
        <p:grpSpPr>
          <a:xfrm>
            <a:off x="2112415" y="1357492"/>
            <a:ext cx="5751397" cy="4795989"/>
            <a:chOff x="1281138" y="1357492"/>
            <a:chExt cx="5751397" cy="4795989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4AE1F330-8FAB-42C7-847A-925888D96304}"/>
                </a:ext>
              </a:extLst>
            </p:cNvPr>
            <p:cNvGrpSpPr/>
            <p:nvPr/>
          </p:nvGrpSpPr>
          <p:grpSpPr>
            <a:xfrm>
              <a:off x="1380535" y="1357492"/>
              <a:ext cx="5652000" cy="4795989"/>
              <a:chOff x="6023366" y="1946538"/>
              <a:chExt cx="5652000" cy="4795989"/>
            </a:xfrm>
          </p:grpSpPr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5B449F60-B22C-4E23-AD0D-F6C633CC9D4B}"/>
                  </a:ext>
                </a:extLst>
              </p:cNvPr>
              <p:cNvCxnSpPr/>
              <p:nvPr/>
            </p:nvCxnSpPr>
            <p:spPr bwMode="auto">
              <a:xfrm>
                <a:off x="6023366" y="2710528"/>
                <a:ext cx="565200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lgDashDot"/>
                <a:miter lim="400000"/>
                <a:headEnd type="none" w="med" len="med"/>
                <a:tailEnd type="none" w="med" len="med"/>
              </a:ln>
            </p:spPr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CC21B422-976D-4239-9935-09AD646DADC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9666383" y="2414357"/>
                <a:ext cx="0" cy="592341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lgDashDot"/>
                <a:miter lim="400000"/>
                <a:headEnd type="none" w="med" len="med"/>
                <a:tailEnd type="none" w="med" len="med"/>
              </a:ln>
            </p:spPr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77A3F5C2-143A-4A55-A6D8-0237C9E8A40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1036154" y="2414357"/>
                <a:ext cx="0" cy="592341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lgDashDot"/>
                <a:miter lim="400000"/>
                <a:headEnd type="none" w="med" len="med"/>
                <a:tailEnd type="none" w="med" len="med"/>
              </a:ln>
            </p:spPr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76905FF8-78B7-49BC-BB76-B23275D2C59F}"/>
                  </a:ext>
                </a:extLst>
              </p:cNvPr>
              <p:cNvCxnSpPr/>
              <p:nvPr/>
            </p:nvCxnSpPr>
            <p:spPr bwMode="auto">
              <a:xfrm>
                <a:off x="10355765" y="2710527"/>
                <a:ext cx="0" cy="403200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solid"/>
                <a:miter lim="400000"/>
                <a:headEnd type="oval" w="lg" len="lg"/>
                <a:tailEnd type="none" w="med" len="med"/>
              </a:ln>
            </p:spPr>
          </p:cxnSp>
          <p:sp>
            <p:nvSpPr>
              <p:cNvPr id="47" name="矩形: 圆角 46">
                <a:extLst>
                  <a:ext uri="{FF2B5EF4-FFF2-40B4-BE49-F238E27FC236}">
                    <a16:creationId xmlns:a16="http://schemas.microsoft.com/office/drawing/2014/main" id="{B9931549-A067-4433-9E53-5671AF357C0F}"/>
                  </a:ext>
                </a:extLst>
              </p:cNvPr>
              <p:cNvSpPr/>
              <p:nvPr/>
            </p:nvSpPr>
            <p:spPr bwMode="auto">
              <a:xfrm rot="-2340000">
                <a:off x="6564128" y="2506278"/>
                <a:ext cx="960120" cy="408495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 cap="flat" cmpd="sng" algn="ctr">
                <a:solidFill>
                  <a:srgbClr val="000000"/>
                </a:solidFill>
                <a:prstDash val="dash"/>
                <a:miter lim="400000"/>
                <a:headEnd type="none" w="med" len="med"/>
                <a:tailEnd type="none" w="med" len="med"/>
              </a:ln>
            </p:spPr>
            <p:txBody>
              <a:bodyPr vert="horz" wrap="square" lIns="0" tIns="0" rIns="0" bIns="0" numCol="1" rtlCol="0" anchor="ctr" anchorCtr="0" compatLnSpc="1">
                <a:spAutoFit/>
              </a:bodyPr>
              <a:lstStyle/>
              <a:p>
                <a:pPr marL="0" marR="0" indent="0" algn="ctr" defTabSz="8255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3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endParaRPr>
              </a:p>
            </p:txBody>
          </p: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EB6C8D4F-03F8-4D26-AE40-FE97367FA79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044188" y="2710525"/>
                <a:ext cx="3311577" cy="4032002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:ln>
            </p:spPr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7655D1E9-3640-4969-AD33-547A9FF5AF2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054162" y="1946538"/>
                <a:ext cx="12802" cy="152454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lgDashDot"/>
                <a:miter lim="400000"/>
                <a:headEnd type="none" w="med" len="med"/>
                <a:tailEnd type="none" w="med" len="med"/>
              </a:ln>
            </p:spPr>
          </p:cxnSp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C305DF93-71FE-445F-9DC1-6D04EC13F276}"/>
                  </a:ext>
                </a:extLst>
              </p:cNvPr>
              <p:cNvSpPr/>
              <p:nvPr/>
            </p:nvSpPr>
            <p:spPr bwMode="auto">
              <a:xfrm>
                <a:off x="9182354" y="2504563"/>
                <a:ext cx="960120" cy="408495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 cap="flat" cmpd="sng" algn="ctr">
                <a:solidFill>
                  <a:srgbClr val="000000"/>
                </a:solidFill>
                <a:prstDash val="dash"/>
                <a:miter lim="400000"/>
                <a:headEnd type="none" w="med" len="med"/>
                <a:tailEnd type="none" w="med" len="med"/>
              </a:ln>
            </p:spPr>
            <p:txBody>
              <a:bodyPr vert="horz" wrap="square" lIns="0" tIns="0" rIns="0" bIns="0" numCol="1" rtlCol="0" anchor="ctr" anchorCtr="0" compatLnSpc="1">
                <a:spAutoFit/>
              </a:bodyPr>
              <a:lstStyle/>
              <a:p>
                <a:pPr marL="0" marR="0" indent="0" algn="ctr" defTabSz="8255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3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endParaRPr>
              </a:p>
            </p:txBody>
          </p:sp>
          <p:sp>
            <p:nvSpPr>
              <p:cNvPr id="64" name="矩形: 圆角 63">
                <a:extLst>
                  <a:ext uri="{FF2B5EF4-FFF2-40B4-BE49-F238E27FC236}">
                    <a16:creationId xmlns:a16="http://schemas.microsoft.com/office/drawing/2014/main" id="{D1F6242D-A3EE-446A-BB4A-70B1308E0B9E}"/>
                  </a:ext>
                </a:extLst>
              </p:cNvPr>
              <p:cNvSpPr/>
              <p:nvPr/>
            </p:nvSpPr>
            <p:spPr bwMode="auto">
              <a:xfrm>
                <a:off x="10553465" y="2504562"/>
                <a:ext cx="960120" cy="408495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 cap="flat" cmpd="sng" algn="ctr">
                <a:solidFill>
                  <a:srgbClr val="000000"/>
                </a:solidFill>
                <a:prstDash val="dash"/>
                <a:miter lim="400000"/>
                <a:headEnd type="none" w="med" len="med"/>
                <a:tailEnd type="none" w="med" len="med"/>
              </a:ln>
            </p:spPr>
            <p:txBody>
              <a:bodyPr vert="horz" wrap="square" lIns="0" tIns="0" rIns="0" bIns="0" numCol="1" rtlCol="0" anchor="ctr" anchorCtr="0" compatLnSpc="1">
                <a:spAutoFit/>
              </a:bodyPr>
              <a:lstStyle/>
              <a:p>
                <a:pPr marL="0" marR="0" indent="0" algn="ctr" defTabSz="8255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3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endParaRPr>
              </a:p>
            </p:txBody>
          </p:sp>
        </p:grp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37B89589-B702-463D-9702-6BBE2B41EEA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667262" y="2150278"/>
              <a:ext cx="746153" cy="604223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</p:spPr>
        </p:cxnSp>
        <p:sp>
          <p:nvSpPr>
            <p:cNvPr id="53" name="任意多边形: 形状 52">
              <a:extLst>
                <a:ext uri="{FF2B5EF4-FFF2-40B4-BE49-F238E27FC236}">
                  <a16:creationId xmlns:a16="http://schemas.microsoft.com/office/drawing/2014/main" id="{8931DBEE-50F9-42E4-A43E-4FB08899F71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542242" y="2140961"/>
              <a:ext cx="195179" cy="540000"/>
            </a:xfrm>
            <a:custGeom>
              <a:avLst/>
              <a:gdLst>
                <a:gd name="connsiteX0" fmla="*/ 0 w 26772"/>
                <a:gd name="connsiteY0" fmla="*/ 0 h 111642"/>
                <a:gd name="connsiteX1" fmla="*/ 5316 w 26772"/>
                <a:gd name="connsiteY1" fmla="*/ 26581 h 111642"/>
                <a:gd name="connsiteX2" fmla="*/ 15949 w 26772"/>
                <a:gd name="connsiteY2" fmla="*/ 42530 h 111642"/>
                <a:gd name="connsiteX3" fmla="*/ 26581 w 26772"/>
                <a:gd name="connsiteY3" fmla="*/ 69112 h 111642"/>
                <a:gd name="connsiteX4" fmla="*/ 21265 w 26772"/>
                <a:gd name="connsiteY4" fmla="*/ 90377 h 111642"/>
                <a:gd name="connsiteX5" fmla="*/ 26581 w 26772"/>
                <a:gd name="connsiteY5" fmla="*/ 106325 h 111642"/>
                <a:gd name="connsiteX6" fmla="*/ 26581 w 26772"/>
                <a:gd name="connsiteY6" fmla="*/ 111642 h 111642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69112 h 467833"/>
                <a:gd name="connsiteX4" fmla="*/ 21265 w 116957"/>
                <a:gd name="connsiteY4" fmla="*/ 90377 h 467833"/>
                <a:gd name="connsiteX5" fmla="*/ 26581 w 116957"/>
                <a:gd name="connsiteY5" fmla="*/ 106325 h 467833"/>
                <a:gd name="connsiteX6" fmla="*/ 116957 w 116957"/>
                <a:gd name="connsiteY6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69112 h 467833"/>
                <a:gd name="connsiteX4" fmla="*/ 21265 w 116957"/>
                <a:gd name="connsiteY4" fmla="*/ 90377 h 467833"/>
                <a:gd name="connsiteX5" fmla="*/ 37214 w 116957"/>
                <a:gd name="connsiteY5" fmla="*/ 228600 h 467833"/>
                <a:gd name="connsiteX6" fmla="*/ 116957 w 116957"/>
                <a:gd name="connsiteY6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69112 h 467833"/>
                <a:gd name="connsiteX4" fmla="*/ 26581 w 116957"/>
                <a:gd name="connsiteY4" fmla="*/ 170122 h 467833"/>
                <a:gd name="connsiteX5" fmla="*/ 37214 w 116957"/>
                <a:gd name="connsiteY5" fmla="*/ 228600 h 467833"/>
                <a:gd name="connsiteX6" fmla="*/ 116957 w 116957"/>
                <a:gd name="connsiteY6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69112 h 467833"/>
                <a:gd name="connsiteX4" fmla="*/ 26581 w 116957"/>
                <a:gd name="connsiteY4" fmla="*/ 170122 h 467833"/>
                <a:gd name="connsiteX5" fmla="*/ 58479 w 116957"/>
                <a:gd name="connsiteY5" fmla="*/ 287079 h 467833"/>
                <a:gd name="connsiteX6" fmla="*/ 116957 w 116957"/>
                <a:gd name="connsiteY6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170122 h 467833"/>
                <a:gd name="connsiteX4" fmla="*/ 58479 w 116957"/>
                <a:gd name="connsiteY4" fmla="*/ 287079 h 467833"/>
                <a:gd name="connsiteX5" fmla="*/ 116957 w 116957"/>
                <a:gd name="connsiteY5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26581 w 116957"/>
                <a:gd name="connsiteY2" fmla="*/ 170122 h 467833"/>
                <a:gd name="connsiteX3" fmla="*/ 58479 w 116957"/>
                <a:gd name="connsiteY3" fmla="*/ 287079 h 467833"/>
                <a:gd name="connsiteX4" fmla="*/ 116957 w 116957"/>
                <a:gd name="connsiteY4" fmla="*/ 467833 h 467833"/>
                <a:gd name="connsiteX0" fmla="*/ 0 w 116957"/>
                <a:gd name="connsiteY0" fmla="*/ 0 h 467833"/>
                <a:gd name="connsiteX1" fmla="*/ 26581 w 116957"/>
                <a:gd name="connsiteY1" fmla="*/ 170122 h 467833"/>
                <a:gd name="connsiteX2" fmla="*/ 58479 w 116957"/>
                <a:gd name="connsiteY2" fmla="*/ 287079 h 467833"/>
                <a:gd name="connsiteX3" fmla="*/ 116957 w 116957"/>
                <a:gd name="connsiteY3" fmla="*/ 467833 h 467833"/>
                <a:gd name="connsiteX0" fmla="*/ 0 w 159487"/>
                <a:gd name="connsiteY0" fmla="*/ 0 h 441251"/>
                <a:gd name="connsiteX1" fmla="*/ 26581 w 159487"/>
                <a:gd name="connsiteY1" fmla="*/ 170122 h 441251"/>
                <a:gd name="connsiteX2" fmla="*/ 58479 w 159487"/>
                <a:gd name="connsiteY2" fmla="*/ 287079 h 441251"/>
                <a:gd name="connsiteX3" fmla="*/ 159487 w 159487"/>
                <a:gd name="connsiteY3" fmla="*/ 441251 h 441251"/>
                <a:gd name="connsiteX0" fmla="*/ 0 w 159487"/>
                <a:gd name="connsiteY0" fmla="*/ 0 h 441251"/>
                <a:gd name="connsiteX1" fmla="*/ 15948 w 159487"/>
                <a:gd name="connsiteY1" fmla="*/ 164805 h 441251"/>
                <a:gd name="connsiteX2" fmla="*/ 58479 w 159487"/>
                <a:gd name="connsiteY2" fmla="*/ 287079 h 441251"/>
                <a:gd name="connsiteX3" fmla="*/ 159487 w 159487"/>
                <a:gd name="connsiteY3" fmla="*/ 441251 h 44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487" h="441251">
                  <a:moveTo>
                    <a:pt x="0" y="0"/>
                  </a:moveTo>
                  <a:cubicBezTo>
                    <a:pt x="5538" y="35442"/>
                    <a:pt x="6202" y="116959"/>
                    <a:pt x="15948" y="164805"/>
                  </a:cubicBezTo>
                  <a:cubicBezTo>
                    <a:pt x="25694" y="212651"/>
                    <a:pt x="34556" y="241005"/>
                    <a:pt x="58479" y="287079"/>
                  </a:cubicBezTo>
                  <a:cubicBezTo>
                    <a:pt x="82402" y="333153"/>
                    <a:pt x="159487" y="439479"/>
                    <a:pt x="159487" y="441251"/>
                  </a:cubicBezTo>
                </a:path>
              </a:pathLst>
            </a:custGeom>
            <a:noFill/>
            <a:ln w="15875" cap="flat" cmpd="sng" algn="ctr">
              <a:solidFill>
                <a:srgbClr val="C00000"/>
              </a:solidFill>
              <a:prstDash val="solid"/>
              <a:miter lim="400000"/>
              <a:headEnd type="triangle" w="sm" len="lg"/>
              <a:tailEnd type="triangle" w="sm" len="lg"/>
            </a:ln>
          </p:spPr>
          <p:txBody>
            <a:bodyPr vert="horz" wrap="square" lIns="0" tIns="0" rIns="0" bIns="0" numCol="1" rtlCol="0" anchor="ctr" anchorCtr="0" compatLnSpc="1">
              <a:spAutoFit/>
            </a:bodyPr>
            <a:lstStyle/>
            <a:p>
              <a:pPr marL="0" marR="0" indent="0" algn="ctr" defTabSz="8255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3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439569E0-152A-4E3B-A174-BF91E7FB4240}"/>
                </a:ext>
              </a:extLst>
            </p:cNvPr>
            <p:cNvSpPr txBox="1"/>
            <p:nvPr/>
          </p:nvSpPr>
          <p:spPr>
            <a:xfrm>
              <a:off x="1281138" y="2284026"/>
              <a:ext cx="3508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Symbol" panose="05050102010706020507" pitchFamily="18" charset="2"/>
                </a:rPr>
                <a:t>d</a:t>
              </a:r>
              <a:endParaRPr lang="zh-CN" altLang="en-US" sz="2000" dirty="0">
                <a:latin typeface="Symbol" panose="05050102010706020507" pitchFamily="18" charset="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D67BA1C-3B6B-4657-A41D-49A0B36DAB1E}"/>
                </a:ext>
              </a:extLst>
            </p:cNvPr>
            <p:cNvSpPr txBox="1"/>
            <p:nvPr/>
          </p:nvSpPr>
          <p:spPr>
            <a:xfrm>
              <a:off x="5577237" y="1630967"/>
              <a:ext cx="534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63D01A7C-EA89-4F04-AD7B-C63686F37691}"/>
              </a:ext>
            </a:extLst>
          </p:cNvPr>
          <p:cNvSpPr txBox="1"/>
          <p:nvPr/>
        </p:nvSpPr>
        <p:spPr>
          <a:xfrm>
            <a:off x="6504221" y="6153481"/>
            <a:ext cx="5341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lang="zh-CN" alt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C97EB3D-D17C-40E4-8813-98C447930CC7}"/>
              </a:ext>
            </a:extLst>
          </p:cNvPr>
          <p:cNvSpPr txBox="1"/>
          <p:nvPr/>
        </p:nvSpPr>
        <p:spPr>
          <a:xfrm>
            <a:off x="8106805" y="4426697"/>
            <a:ext cx="3247140" cy="1308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矿卡转向时真的会绕瞬心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转动吗？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DED5097-9BB0-4A69-A19D-503A83C433D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630" t="11131" r="7450"/>
          <a:stretch/>
        </p:blipFill>
        <p:spPr>
          <a:xfrm>
            <a:off x="8527970" y="2882039"/>
            <a:ext cx="2025527" cy="1414257"/>
          </a:xfrm>
          <a:prstGeom prst="rect">
            <a:avLst/>
          </a:prstGeom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2E868B78-BA0E-44E4-A2FB-1EB3F9F70EE3}"/>
              </a:ext>
            </a:extLst>
          </p:cNvPr>
          <p:cNvGrpSpPr/>
          <p:nvPr/>
        </p:nvGrpSpPr>
        <p:grpSpPr>
          <a:xfrm rot="20223476">
            <a:off x="1311058" y="2164518"/>
            <a:ext cx="5751397" cy="4795989"/>
            <a:chOff x="1281138" y="1357492"/>
            <a:chExt cx="5751397" cy="4795989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1C923989-14DF-4C6A-9B2E-9A132F2441BB}"/>
                </a:ext>
              </a:extLst>
            </p:cNvPr>
            <p:cNvGrpSpPr/>
            <p:nvPr/>
          </p:nvGrpSpPr>
          <p:grpSpPr>
            <a:xfrm>
              <a:off x="1380535" y="1357492"/>
              <a:ext cx="5652000" cy="4795989"/>
              <a:chOff x="6023366" y="1946538"/>
              <a:chExt cx="5652000" cy="4795989"/>
            </a:xfrm>
          </p:grpSpPr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188B4AB4-494F-4071-8952-9625C738A8D7}"/>
                  </a:ext>
                </a:extLst>
              </p:cNvPr>
              <p:cNvCxnSpPr/>
              <p:nvPr/>
            </p:nvCxnSpPr>
            <p:spPr bwMode="auto">
              <a:xfrm>
                <a:off x="6023366" y="2710528"/>
                <a:ext cx="565200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lgDashDot"/>
                <a:miter lim="400000"/>
                <a:headEnd type="none" w="med" len="med"/>
                <a:tailEnd type="none" w="med" len="med"/>
              </a:ln>
            </p:spPr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6DA3A451-FF1A-4803-8199-DBE22F6232C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9666383" y="2414357"/>
                <a:ext cx="0" cy="592341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lgDashDot"/>
                <a:miter lim="400000"/>
                <a:headEnd type="none" w="med" len="med"/>
                <a:tailEnd type="none" w="med" len="med"/>
              </a:ln>
            </p:spPr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D301129E-4BD8-4886-8F02-F33006FF125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1036154" y="2414357"/>
                <a:ext cx="0" cy="592341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lgDashDot"/>
                <a:miter lim="400000"/>
                <a:headEnd type="none" w="med" len="med"/>
                <a:tailEnd type="none" w="med" len="med"/>
              </a:ln>
            </p:spPr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A0FED8D7-1C1D-4845-8D85-0BCA71E48DB2}"/>
                  </a:ext>
                </a:extLst>
              </p:cNvPr>
              <p:cNvCxnSpPr/>
              <p:nvPr/>
            </p:nvCxnSpPr>
            <p:spPr bwMode="auto">
              <a:xfrm>
                <a:off x="10355765" y="2710527"/>
                <a:ext cx="0" cy="403200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solid"/>
                <a:miter lim="400000"/>
                <a:headEnd type="oval" w="lg" len="lg"/>
                <a:tailEnd type="none" w="med" len="med"/>
              </a:ln>
            </p:spPr>
          </p:cxnSp>
          <p:sp>
            <p:nvSpPr>
              <p:cNvPr id="31" name="矩形: 圆角 30">
                <a:extLst>
                  <a:ext uri="{FF2B5EF4-FFF2-40B4-BE49-F238E27FC236}">
                    <a16:creationId xmlns:a16="http://schemas.microsoft.com/office/drawing/2014/main" id="{C244FCA6-73D5-4E78-808C-E13FDC563FE7}"/>
                  </a:ext>
                </a:extLst>
              </p:cNvPr>
              <p:cNvSpPr/>
              <p:nvPr/>
            </p:nvSpPr>
            <p:spPr bwMode="auto">
              <a:xfrm rot="-2340000">
                <a:off x="6564128" y="2506278"/>
                <a:ext cx="960120" cy="408495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 cap="flat" cmpd="sng" algn="ctr">
                <a:solidFill>
                  <a:srgbClr val="000000"/>
                </a:solidFill>
                <a:prstDash val="dash"/>
                <a:miter lim="400000"/>
                <a:headEnd type="none" w="med" len="med"/>
                <a:tailEnd type="none" w="med" len="med"/>
              </a:ln>
            </p:spPr>
            <p:txBody>
              <a:bodyPr vert="horz" wrap="square" lIns="0" tIns="0" rIns="0" bIns="0" numCol="1" rtlCol="0" anchor="ctr" anchorCtr="0" compatLnSpc="1">
                <a:spAutoFit/>
              </a:bodyPr>
              <a:lstStyle/>
              <a:p>
                <a:pPr marL="0" marR="0" indent="0" algn="ctr" defTabSz="8255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3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endParaRPr>
              </a:p>
            </p:txBody>
          </p: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5A3B484A-3046-4E45-A97A-28AC5532020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044188" y="2710525"/>
                <a:ext cx="3311577" cy="4032002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:ln>
            </p:spPr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D39B8764-A182-4D49-849E-08EABAB6A8E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054162" y="1946538"/>
                <a:ext cx="12802" cy="152454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lgDashDot"/>
                <a:miter lim="400000"/>
                <a:headEnd type="none" w="med" len="med"/>
                <a:tailEnd type="none" w="med" len="med"/>
              </a:ln>
            </p:spPr>
          </p:cxnSp>
          <p:sp>
            <p:nvSpPr>
              <p:cNvPr id="34" name="矩形: 圆角 33">
                <a:extLst>
                  <a:ext uri="{FF2B5EF4-FFF2-40B4-BE49-F238E27FC236}">
                    <a16:creationId xmlns:a16="http://schemas.microsoft.com/office/drawing/2014/main" id="{BC1FEF2B-2AF6-4731-8304-8554D3357E8D}"/>
                  </a:ext>
                </a:extLst>
              </p:cNvPr>
              <p:cNvSpPr/>
              <p:nvPr/>
            </p:nvSpPr>
            <p:spPr bwMode="auto">
              <a:xfrm>
                <a:off x="9182354" y="2504563"/>
                <a:ext cx="960120" cy="408495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 cap="flat" cmpd="sng" algn="ctr">
                <a:solidFill>
                  <a:srgbClr val="000000"/>
                </a:solidFill>
                <a:prstDash val="dash"/>
                <a:miter lim="400000"/>
                <a:headEnd type="none" w="med" len="med"/>
                <a:tailEnd type="none" w="med" len="med"/>
              </a:ln>
            </p:spPr>
            <p:txBody>
              <a:bodyPr vert="horz" wrap="square" lIns="0" tIns="0" rIns="0" bIns="0" numCol="1" rtlCol="0" anchor="ctr" anchorCtr="0" compatLnSpc="1">
                <a:spAutoFit/>
              </a:bodyPr>
              <a:lstStyle/>
              <a:p>
                <a:pPr marL="0" marR="0" indent="0" algn="ctr" defTabSz="8255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3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endParaRPr>
              </a:p>
            </p:txBody>
          </p:sp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59625C82-3C80-4667-B307-7BC08C548434}"/>
                  </a:ext>
                </a:extLst>
              </p:cNvPr>
              <p:cNvSpPr/>
              <p:nvPr/>
            </p:nvSpPr>
            <p:spPr bwMode="auto">
              <a:xfrm>
                <a:off x="10553465" y="2504562"/>
                <a:ext cx="960120" cy="408495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 cap="flat" cmpd="sng" algn="ctr">
                <a:solidFill>
                  <a:srgbClr val="000000"/>
                </a:solidFill>
                <a:prstDash val="dash"/>
                <a:miter lim="400000"/>
                <a:headEnd type="none" w="med" len="med"/>
                <a:tailEnd type="none" w="med" len="med"/>
              </a:ln>
            </p:spPr>
            <p:txBody>
              <a:bodyPr vert="horz" wrap="square" lIns="0" tIns="0" rIns="0" bIns="0" numCol="1" rtlCol="0" anchor="ctr" anchorCtr="0" compatLnSpc="1">
                <a:spAutoFit/>
              </a:bodyPr>
              <a:lstStyle/>
              <a:p>
                <a:pPr marL="0" marR="0" indent="0" algn="ctr" defTabSz="8255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3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endParaRPr>
              </a:p>
            </p:txBody>
          </p:sp>
        </p:grp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5420F751-DC7E-430B-9685-5093D40906A9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667262" y="2150278"/>
              <a:ext cx="746153" cy="604223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</p:spPr>
        </p:cxn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52771600-82F4-49D1-B209-9B477DA2634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542242" y="2140961"/>
              <a:ext cx="195179" cy="540000"/>
            </a:xfrm>
            <a:custGeom>
              <a:avLst/>
              <a:gdLst>
                <a:gd name="connsiteX0" fmla="*/ 0 w 26772"/>
                <a:gd name="connsiteY0" fmla="*/ 0 h 111642"/>
                <a:gd name="connsiteX1" fmla="*/ 5316 w 26772"/>
                <a:gd name="connsiteY1" fmla="*/ 26581 h 111642"/>
                <a:gd name="connsiteX2" fmla="*/ 15949 w 26772"/>
                <a:gd name="connsiteY2" fmla="*/ 42530 h 111642"/>
                <a:gd name="connsiteX3" fmla="*/ 26581 w 26772"/>
                <a:gd name="connsiteY3" fmla="*/ 69112 h 111642"/>
                <a:gd name="connsiteX4" fmla="*/ 21265 w 26772"/>
                <a:gd name="connsiteY4" fmla="*/ 90377 h 111642"/>
                <a:gd name="connsiteX5" fmla="*/ 26581 w 26772"/>
                <a:gd name="connsiteY5" fmla="*/ 106325 h 111642"/>
                <a:gd name="connsiteX6" fmla="*/ 26581 w 26772"/>
                <a:gd name="connsiteY6" fmla="*/ 111642 h 111642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69112 h 467833"/>
                <a:gd name="connsiteX4" fmla="*/ 21265 w 116957"/>
                <a:gd name="connsiteY4" fmla="*/ 90377 h 467833"/>
                <a:gd name="connsiteX5" fmla="*/ 26581 w 116957"/>
                <a:gd name="connsiteY5" fmla="*/ 106325 h 467833"/>
                <a:gd name="connsiteX6" fmla="*/ 116957 w 116957"/>
                <a:gd name="connsiteY6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69112 h 467833"/>
                <a:gd name="connsiteX4" fmla="*/ 21265 w 116957"/>
                <a:gd name="connsiteY4" fmla="*/ 90377 h 467833"/>
                <a:gd name="connsiteX5" fmla="*/ 37214 w 116957"/>
                <a:gd name="connsiteY5" fmla="*/ 228600 h 467833"/>
                <a:gd name="connsiteX6" fmla="*/ 116957 w 116957"/>
                <a:gd name="connsiteY6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69112 h 467833"/>
                <a:gd name="connsiteX4" fmla="*/ 26581 w 116957"/>
                <a:gd name="connsiteY4" fmla="*/ 170122 h 467833"/>
                <a:gd name="connsiteX5" fmla="*/ 37214 w 116957"/>
                <a:gd name="connsiteY5" fmla="*/ 228600 h 467833"/>
                <a:gd name="connsiteX6" fmla="*/ 116957 w 116957"/>
                <a:gd name="connsiteY6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69112 h 467833"/>
                <a:gd name="connsiteX4" fmla="*/ 26581 w 116957"/>
                <a:gd name="connsiteY4" fmla="*/ 170122 h 467833"/>
                <a:gd name="connsiteX5" fmla="*/ 58479 w 116957"/>
                <a:gd name="connsiteY5" fmla="*/ 287079 h 467833"/>
                <a:gd name="connsiteX6" fmla="*/ 116957 w 116957"/>
                <a:gd name="connsiteY6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170122 h 467833"/>
                <a:gd name="connsiteX4" fmla="*/ 58479 w 116957"/>
                <a:gd name="connsiteY4" fmla="*/ 287079 h 467833"/>
                <a:gd name="connsiteX5" fmla="*/ 116957 w 116957"/>
                <a:gd name="connsiteY5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26581 w 116957"/>
                <a:gd name="connsiteY2" fmla="*/ 170122 h 467833"/>
                <a:gd name="connsiteX3" fmla="*/ 58479 w 116957"/>
                <a:gd name="connsiteY3" fmla="*/ 287079 h 467833"/>
                <a:gd name="connsiteX4" fmla="*/ 116957 w 116957"/>
                <a:gd name="connsiteY4" fmla="*/ 467833 h 467833"/>
                <a:gd name="connsiteX0" fmla="*/ 0 w 116957"/>
                <a:gd name="connsiteY0" fmla="*/ 0 h 467833"/>
                <a:gd name="connsiteX1" fmla="*/ 26581 w 116957"/>
                <a:gd name="connsiteY1" fmla="*/ 170122 h 467833"/>
                <a:gd name="connsiteX2" fmla="*/ 58479 w 116957"/>
                <a:gd name="connsiteY2" fmla="*/ 287079 h 467833"/>
                <a:gd name="connsiteX3" fmla="*/ 116957 w 116957"/>
                <a:gd name="connsiteY3" fmla="*/ 467833 h 467833"/>
                <a:gd name="connsiteX0" fmla="*/ 0 w 159487"/>
                <a:gd name="connsiteY0" fmla="*/ 0 h 441251"/>
                <a:gd name="connsiteX1" fmla="*/ 26581 w 159487"/>
                <a:gd name="connsiteY1" fmla="*/ 170122 h 441251"/>
                <a:gd name="connsiteX2" fmla="*/ 58479 w 159487"/>
                <a:gd name="connsiteY2" fmla="*/ 287079 h 441251"/>
                <a:gd name="connsiteX3" fmla="*/ 159487 w 159487"/>
                <a:gd name="connsiteY3" fmla="*/ 441251 h 441251"/>
                <a:gd name="connsiteX0" fmla="*/ 0 w 159487"/>
                <a:gd name="connsiteY0" fmla="*/ 0 h 441251"/>
                <a:gd name="connsiteX1" fmla="*/ 15948 w 159487"/>
                <a:gd name="connsiteY1" fmla="*/ 164805 h 441251"/>
                <a:gd name="connsiteX2" fmla="*/ 58479 w 159487"/>
                <a:gd name="connsiteY2" fmla="*/ 287079 h 441251"/>
                <a:gd name="connsiteX3" fmla="*/ 159487 w 159487"/>
                <a:gd name="connsiteY3" fmla="*/ 441251 h 44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487" h="441251">
                  <a:moveTo>
                    <a:pt x="0" y="0"/>
                  </a:moveTo>
                  <a:cubicBezTo>
                    <a:pt x="5538" y="35442"/>
                    <a:pt x="6202" y="116959"/>
                    <a:pt x="15948" y="164805"/>
                  </a:cubicBezTo>
                  <a:cubicBezTo>
                    <a:pt x="25694" y="212651"/>
                    <a:pt x="34556" y="241005"/>
                    <a:pt x="58479" y="287079"/>
                  </a:cubicBezTo>
                  <a:cubicBezTo>
                    <a:pt x="82402" y="333153"/>
                    <a:pt x="159487" y="439479"/>
                    <a:pt x="159487" y="441251"/>
                  </a:cubicBezTo>
                </a:path>
              </a:pathLst>
            </a:custGeom>
            <a:noFill/>
            <a:ln w="15875" cap="flat" cmpd="sng" algn="ctr">
              <a:solidFill>
                <a:srgbClr val="C00000"/>
              </a:solidFill>
              <a:prstDash val="solid"/>
              <a:miter lim="400000"/>
              <a:headEnd type="triangle" w="sm" len="lg"/>
              <a:tailEnd type="triangle" w="sm" len="lg"/>
            </a:ln>
          </p:spPr>
          <p:txBody>
            <a:bodyPr vert="horz" wrap="square" lIns="0" tIns="0" rIns="0" bIns="0" numCol="1" rtlCol="0" anchor="ctr" anchorCtr="0" compatLnSpc="1">
              <a:spAutoFit/>
            </a:bodyPr>
            <a:lstStyle/>
            <a:p>
              <a:pPr marL="0" marR="0" indent="0" algn="ctr" defTabSz="8255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3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1E48D3AA-DA2C-491B-8365-39B4C596008B}"/>
                </a:ext>
              </a:extLst>
            </p:cNvPr>
            <p:cNvSpPr txBox="1"/>
            <p:nvPr/>
          </p:nvSpPr>
          <p:spPr>
            <a:xfrm>
              <a:off x="1281138" y="2284026"/>
              <a:ext cx="3508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Symbol" panose="05050102010706020507" pitchFamily="18" charset="2"/>
                </a:rPr>
                <a:t>d</a:t>
              </a:r>
              <a:endParaRPr lang="zh-CN" altLang="en-US" sz="2000" dirty="0">
                <a:latin typeface="Symbol" panose="05050102010706020507" pitchFamily="18" charset="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0A553B0D-F384-4381-B225-8E953B31D072}"/>
                </a:ext>
              </a:extLst>
            </p:cNvPr>
            <p:cNvSpPr txBox="1"/>
            <p:nvPr/>
          </p:nvSpPr>
          <p:spPr>
            <a:xfrm>
              <a:off x="5577237" y="1630967"/>
              <a:ext cx="534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1F05CAE8-248B-4789-9032-F0770B23D904}"/>
              </a:ext>
            </a:extLst>
          </p:cNvPr>
          <p:cNvGrpSpPr/>
          <p:nvPr/>
        </p:nvGrpSpPr>
        <p:grpSpPr>
          <a:xfrm rot="18798052">
            <a:off x="858549" y="3252677"/>
            <a:ext cx="5751397" cy="4795989"/>
            <a:chOff x="1281138" y="1357492"/>
            <a:chExt cx="5751397" cy="4795989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AA1BCBD8-47EE-4B34-9906-A920096E50D0}"/>
                </a:ext>
              </a:extLst>
            </p:cNvPr>
            <p:cNvGrpSpPr/>
            <p:nvPr/>
          </p:nvGrpSpPr>
          <p:grpSpPr>
            <a:xfrm>
              <a:off x="1380535" y="1357492"/>
              <a:ext cx="5652000" cy="4795989"/>
              <a:chOff x="6023366" y="1946538"/>
              <a:chExt cx="5652000" cy="4795989"/>
            </a:xfrm>
          </p:grpSpPr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AD29CF06-13FE-4486-A23F-007ECACE4046}"/>
                  </a:ext>
                </a:extLst>
              </p:cNvPr>
              <p:cNvCxnSpPr/>
              <p:nvPr/>
            </p:nvCxnSpPr>
            <p:spPr bwMode="auto">
              <a:xfrm>
                <a:off x="6023366" y="2710528"/>
                <a:ext cx="565200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lgDashDot"/>
                <a:miter lim="400000"/>
                <a:headEnd type="none" w="med" len="med"/>
                <a:tailEnd type="none" w="med" len="med"/>
              </a:ln>
            </p:spPr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9DD7884F-061C-49C9-BF20-5F4BE92A0A9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9666383" y="2414357"/>
                <a:ext cx="0" cy="592341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lgDashDot"/>
                <a:miter lim="400000"/>
                <a:headEnd type="none" w="med" len="med"/>
                <a:tailEnd type="none" w="med" len="med"/>
              </a:ln>
            </p:spPr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FC3AF864-76B1-4F5C-9318-3C6D2FBBCD5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1036154" y="2414357"/>
                <a:ext cx="0" cy="592341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lgDashDot"/>
                <a:miter lim="400000"/>
                <a:headEnd type="none" w="med" len="med"/>
                <a:tailEnd type="none" w="med" len="med"/>
              </a:ln>
            </p:spPr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114D7880-EAE8-4D8D-9BBB-11BFAE57D91A}"/>
                  </a:ext>
                </a:extLst>
              </p:cNvPr>
              <p:cNvCxnSpPr/>
              <p:nvPr/>
            </p:nvCxnSpPr>
            <p:spPr bwMode="auto">
              <a:xfrm>
                <a:off x="10355765" y="2710527"/>
                <a:ext cx="0" cy="403200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solid"/>
                <a:miter lim="400000"/>
                <a:headEnd type="oval" w="lg" len="lg"/>
                <a:tailEnd type="none" w="med" len="med"/>
              </a:ln>
            </p:spPr>
          </p:cxnSp>
          <p:sp>
            <p:nvSpPr>
              <p:cNvPr id="52" name="矩形: 圆角 51">
                <a:extLst>
                  <a:ext uri="{FF2B5EF4-FFF2-40B4-BE49-F238E27FC236}">
                    <a16:creationId xmlns:a16="http://schemas.microsoft.com/office/drawing/2014/main" id="{F0394135-8AC7-4396-9875-D76742E439DC}"/>
                  </a:ext>
                </a:extLst>
              </p:cNvPr>
              <p:cNvSpPr/>
              <p:nvPr/>
            </p:nvSpPr>
            <p:spPr bwMode="auto">
              <a:xfrm rot="-2340000">
                <a:off x="6564128" y="2506278"/>
                <a:ext cx="960120" cy="408495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 cap="flat" cmpd="sng" algn="ctr">
                <a:solidFill>
                  <a:srgbClr val="000000"/>
                </a:solidFill>
                <a:prstDash val="dash"/>
                <a:miter lim="400000"/>
                <a:headEnd type="none" w="med" len="med"/>
                <a:tailEnd type="none" w="med" len="med"/>
              </a:ln>
            </p:spPr>
            <p:txBody>
              <a:bodyPr vert="horz" wrap="square" lIns="0" tIns="0" rIns="0" bIns="0" numCol="1" rtlCol="0" anchor="ctr" anchorCtr="0" compatLnSpc="1">
                <a:spAutoFit/>
              </a:bodyPr>
              <a:lstStyle/>
              <a:p>
                <a:pPr marL="0" marR="0" indent="0" algn="ctr" defTabSz="8255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3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endParaRPr>
              </a:p>
            </p:txBody>
          </p: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04454C32-5639-4D24-99F4-1BAF813A727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044188" y="2710525"/>
                <a:ext cx="3311577" cy="4032002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:ln>
            </p:spPr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58BC6183-3896-4AA8-BBDE-C77AAAEA9EC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054162" y="1946538"/>
                <a:ext cx="12802" cy="152454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lgDashDot"/>
                <a:miter lim="400000"/>
                <a:headEnd type="none" w="med" len="med"/>
                <a:tailEnd type="none" w="med" len="med"/>
              </a:ln>
            </p:spPr>
          </p:cxnSp>
          <p:sp>
            <p:nvSpPr>
              <p:cNvPr id="56" name="矩形: 圆角 55">
                <a:extLst>
                  <a:ext uri="{FF2B5EF4-FFF2-40B4-BE49-F238E27FC236}">
                    <a16:creationId xmlns:a16="http://schemas.microsoft.com/office/drawing/2014/main" id="{A4CDBDFD-CDF3-4BA8-9A70-FB8D143B543E}"/>
                  </a:ext>
                </a:extLst>
              </p:cNvPr>
              <p:cNvSpPr/>
              <p:nvPr/>
            </p:nvSpPr>
            <p:spPr bwMode="auto">
              <a:xfrm>
                <a:off x="9182354" y="2504563"/>
                <a:ext cx="960120" cy="408495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 cap="flat" cmpd="sng" algn="ctr">
                <a:solidFill>
                  <a:srgbClr val="000000"/>
                </a:solidFill>
                <a:prstDash val="dash"/>
                <a:miter lim="400000"/>
                <a:headEnd type="none" w="med" len="med"/>
                <a:tailEnd type="none" w="med" len="med"/>
              </a:ln>
            </p:spPr>
            <p:txBody>
              <a:bodyPr vert="horz" wrap="square" lIns="0" tIns="0" rIns="0" bIns="0" numCol="1" rtlCol="0" anchor="ctr" anchorCtr="0" compatLnSpc="1">
                <a:spAutoFit/>
              </a:bodyPr>
              <a:lstStyle/>
              <a:p>
                <a:pPr marL="0" marR="0" indent="0" algn="ctr" defTabSz="8255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3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endParaRPr>
              </a:p>
            </p:txBody>
          </p:sp>
          <p:sp>
            <p:nvSpPr>
              <p:cNvPr id="57" name="矩形: 圆角 56">
                <a:extLst>
                  <a:ext uri="{FF2B5EF4-FFF2-40B4-BE49-F238E27FC236}">
                    <a16:creationId xmlns:a16="http://schemas.microsoft.com/office/drawing/2014/main" id="{CDDCB15B-2AE9-41D1-B931-5B3C671A00CF}"/>
                  </a:ext>
                </a:extLst>
              </p:cNvPr>
              <p:cNvSpPr/>
              <p:nvPr/>
            </p:nvSpPr>
            <p:spPr bwMode="auto">
              <a:xfrm>
                <a:off x="10553465" y="2504562"/>
                <a:ext cx="960120" cy="408495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 cap="flat" cmpd="sng" algn="ctr">
                <a:solidFill>
                  <a:srgbClr val="000000"/>
                </a:solidFill>
                <a:prstDash val="dash"/>
                <a:miter lim="400000"/>
                <a:headEnd type="none" w="med" len="med"/>
                <a:tailEnd type="none" w="med" len="med"/>
              </a:ln>
            </p:spPr>
            <p:txBody>
              <a:bodyPr vert="horz" wrap="square" lIns="0" tIns="0" rIns="0" bIns="0" numCol="1" rtlCol="0" anchor="ctr" anchorCtr="0" compatLnSpc="1">
                <a:spAutoFit/>
              </a:bodyPr>
              <a:lstStyle/>
              <a:p>
                <a:pPr marL="0" marR="0" indent="0" algn="ctr" defTabSz="8255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3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endParaRPr>
              </a:p>
            </p:txBody>
          </p:sp>
        </p:grp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FAE6DF89-2446-4D69-84EB-A1F78EC9619F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667262" y="2150278"/>
              <a:ext cx="746153" cy="604223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</p:spPr>
        </p:cxn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857B0281-F9EB-4C8C-9D48-2D989BA734D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542242" y="2140961"/>
              <a:ext cx="195179" cy="540000"/>
            </a:xfrm>
            <a:custGeom>
              <a:avLst/>
              <a:gdLst>
                <a:gd name="connsiteX0" fmla="*/ 0 w 26772"/>
                <a:gd name="connsiteY0" fmla="*/ 0 h 111642"/>
                <a:gd name="connsiteX1" fmla="*/ 5316 w 26772"/>
                <a:gd name="connsiteY1" fmla="*/ 26581 h 111642"/>
                <a:gd name="connsiteX2" fmla="*/ 15949 w 26772"/>
                <a:gd name="connsiteY2" fmla="*/ 42530 h 111642"/>
                <a:gd name="connsiteX3" fmla="*/ 26581 w 26772"/>
                <a:gd name="connsiteY3" fmla="*/ 69112 h 111642"/>
                <a:gd name="connsiteX4" fmla="*/ 21265 w 26772"/>
                <a:gd name="connsiteY4" fmla="*/ 90377 h 111642"/>
                <a:gd name="connsiteX5" fmla="*/ 26581 w 26772"/>
                <a:gd name="connsiteY5" fmla="*/ 106325 h 111642"/>
                <a:gd name="connsiteX6" fmla="*/ 26581 w 26772"/>
                <a:gd name="connsiteY6" fmla="*/ 111642 h 111642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69112 h 467833"/>
                <a:gd name="connsiteX4" fmla="*/ 21265 w 116957"/>
                <a:gd name="connsiteY4" fmla="*/ 90377 h 467833"/>
                <a:gd name="connsiteX5" fmla="*/ 26581 w 116957"/>
                <a:gd name="connsiteY5" fmla="*/ 106325 h 467833"/>
                <a:gd name="connsiteX6" fmla="*/ 116957 w 116957"/>
                <a:gd name="connsiteY6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69112 h 467833"/>
                <a:gd name="connsiteX4" fmla="*/ 21265 w 116957"/>
                <a:gd name="connsiteY4" fmla="*/ 90377 h 467833"/>
                <a:gd name="connsiteX5" fmla="*/ 37214 w 116957"/>
                <a:gd name="connsiteY5" fmla="*/ 228600 h 467833"/>
                <a:gd name="connsiteX6" fmla="*/ 116957 w 116957"/>
                <a:gd name="connsiteY6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69112 h 467833"/>
                <a:gd name="connsiteX4" fmla="*/ 26581 w 116957"/>
                <a:gd name="connsiteY4" fmla="*/ 170122 h 467833"/>
                <a:gd name="connsiteX5" fmla="*/ 37214 w 116957"/>
                <a:gd name="connsiteY5" fmla="*/ 228600 h 467833"/>
                <a:gd name="connsiteX6" fmla="*/ 116957 w 116957"/>
                <a:gd name="connsiteY6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69112 h 467833"/>
                <a:gd name="connsiteX4" fmla="*/ 26581 w 116957"/>
                <a:gd name="connsiteY4" fmla="*/ 170122 h 467833"/>
                <a:gd name="connsiteX5" fmla="*/ 58479 w 116957"/>
                <a:gd name="connsiteY5" fmla="*/ 287079 h 467833"/>
                <a:gd name="connsiteX6" fmla="*/ 116957 w 116957"/>
                <a:gd name="connsiteY6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170122 h 467833"/>
                <a:gd name="connsiteX4" fmla="*/ 58479 w 116957"/>
                <a:gd name="connsiteY4" fmla="*/ 287079 h 467833"/>
                <a:gd name="connsiteX5" fmla="*/ 116957 w 116957"/>
                <a:gd name="connsiteY5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26581 w 116957"/>
                <a:gd name="connsiteY2" fmla="*/ 170122 h 467833"/>
                <a:gd name="connsiteX3" fmla="*/ 58479 w 116957"/>
                <a:gd name="connsiteY3" fmla="*/ 287079 h 467833"/>
                <a:gd name="connsiteX4" fmla="*/ 116957 w 116957"/>
                <a:gd name="connsiteY4" fmla="*/ 467833 h 467833"/>
                <a:gd name="connsiteX0" fmla="*/ 0 w 116957"/>
                <a:gd name="connsiteY0" fmla="*/ 0 h 467833"/>
                <a:gd name="connsiteX1" fmla="*/ 26581 w 116957"/>
                <a:gd name="connsiteY1" fmla="*/ 170122 h 467833"/>
                <a:gd name="connsiteX2" fmla="*/ 58479 w 116957"/>
                <a:gd name="connsiteY2" fmla="*/ 287079 h 467833"/>
                <a:gd name="connsiteX3" fmla="*/ 116957 w 116957"/>
                <a:gd name="connsiteY3" fmla="*/ 467833 h 467833"/>
                <a:gd name="connsiteX0" fmla="*/ 0 w 159487"/>
                <a:gd name="connsiteY0" fmla="*/ 0 h 441251"/>
                <a:gd name="connsiteX1" fmla="*/ 26581 w 159487"/>
                <a:gd name="connsiteY1" fmla="*/ 170122 h 441251"/>
                <a:gd name="connsiteX2" fmla="*/ 58479 w 159487"/>
                <a:gd name="connsiteY2" fmla="*/ 287079 h 441251"/>
                <a:gd name="connsiteX3" fmla="*/ 159487 w 159487"/>
                <a:gd name="connsiteY3" fmla="*/ 441251 h 441251"/>
                <a:gd name="connsiteX0" fmla="*/ 0 w 159487"/>
                <a:gd name="connsiteY0" fmla="*/ 0 h 441251"/>
                <a:gd name="connsiteX1" fmla="*/ 15948 w 159487"/>
                <a:gd name="connsiteY1" fmla="*/ 164805 h 441251"/>
                <a:gd name="connsiteX2" fmla="*/ 58479 w 159487"/>
                <a:gd name="connsiteY2" fmla="*/ 287079 h 441251"/>
                <a:gd name="connsiteX3" fmla="*/ 159487 w 159487"/>
                <a:gd name="connsiteY3" fmla="*/ 441251 h 44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487" h="441251">
                  <a:moveTo>
                    <a:pt x="0" y="0"/>
                  </a:moveTo>
                  <a:cubicBezTo>
                    <a:pt x="5538" y="35442"/>
                    <a:pt x="6202" y="116959"/>
                    <a:pt x="15948" y="164805"/>
                  </a:cubicBezTo>
                  <a:cubicBezTo>
                    <a:pt x="25694" y="212651"/>
                    <a:pt x="34556" y="241005"/>
                    <a:pt x="58479" y="287079"/>
                  </a:cubicBezTo>
                  <a:cubicBezTo>
                    <a:pt x="82402" y="333153"/>
                    <a:pt x="159487" y="439479"/>
                    <a:pt x="159487" y="441251"/>
                  </a:cubicBezTo>
                </a:path>
              </a:pathLst>
            </a:custGeom>
            <a:noFill/>
            <a:ln w="15875" cap="flat" cmpd="sng" algn="ctr">
              <a:solidFill>
                <a:srgbClr val="C00000"/>
              </a:solidFill>
              <a:prstDash val="solid"/>
              <a:miter lim="400000"/>
              <a:headEnd type="triangle" w="sm" len="lg"/>
              <a:tailEnd type="triangle" w="sm" len="lg"/>
            </a:ln>
          </p:spPr>
          <p:txBody>
            <a:bodyPr vert="horz" wrap="square" lIns="0" tIns="0" rIns="0" bIns="0" numCol="1" rtlCol="0" anchor="ctr" anchorCtr="0" compatLnSpc="1">
              <a:spAutoFit/>
            </a:bodyPr>
            <a:lstStyle/>
            <a:p>
              <a:pPr marL="0" marR="0" indent="0" algn="ctr" defTabSz="8255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3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979448FB-95C3-4CB6-8682-8DD9E023954D}"/>
                </a:ext>
              </a:extLst>
            </p:cNvPr>
            <p:cNvSpPr txBox="1"/>
            <p:nvPr/>
          </p:nvSpPr>
          <p:spPr>
            <a:xfrm>
              <a:off x="1281138" y="2284026"/>
              <a:ext cx="3508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Symbol" panose="05050102010706020507" pitchFamily="18" charset="2"/>
                </a:rPr>
                <a:t>d</a:t>
              </a:r>
              <a:endParaRPr lang="zh-CN" altLang="en-US" sz="2000" dirty="0">
                <a:latin typeface="Symbol" panose="05050102010706020507" pitchFamily="18" charset="2"/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49A88345-4F12-4EE8-9EEC-EF11396EE8B3}"/>
                </a:ext>
              </a:extLst>
            </p:cNvPr>
            <p:cNvSpPr txBox="1"/>
            <p:nvPr/>
          </p:nvSpPr>
          <p:spPr>
            <a:xfrm>
              <a:off x="5577237" y="1630967"/>
              <a:ext cx="534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0359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1355" y="205757"/>
            <a:ext cx="94498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  <a:sym typeface="Arial" panose="020B0604020202020204" pitchFamily="34" charset="0"/>
              </a:rPr>
              <a:t>实际的转向瞬心在哪里</a:t>
            </a:r>
            <a:endParaRPr lang="en-US" altLang="zh-CN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C97EB3D-D17C-40E4-8813-98C447930CC7}"/>
              </a:ext>
            </a:extLst>
          </p:cNvPr>
          <p:cNvSpPr txBox="1"/>
          <p:nvPr/>
        </p:nvSpPr>
        <p:spPr>
          <a:xfrm>
            <a:off x="7860811" y="2536117"/>
            <a:ext cx="3247140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极低转速下应有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FD0BAC9-64C9-4C6D-8015-AB662E49C123}"/>
              </a:ext>
            </a:extLst>
          </p:cNvPr>
          <p:cNvGrpSpPr/>
          <p:nvPr/>
        </p:nvGrpSpPr>
        <p:grpSpPr>
          <a:xfrm>
            <a:off x="1092908" y="1035972"/>
            <a:ext cx="6230508" cy="5565837"/>
            <a:chOff x="1092908" y="1035972"/>
            <a:chExt cx="6230508" cy="5565837"/>
          </a:xfrm>
        </p:grpSpPr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6905FF8-78B7-49BC-BB76-B23275D2C59F}"/>
                </a:ext>
              </a:extLst>
            </p:cNvPr>
            <p:cNvCxnSpPr/>
            <p:nvPr/>
          </p:nvCxnSpPr>
          <p:spPr bwMode="auto">
            <a:xfrm>
              <a:off x="5889454" y="1144938"/>
              <a:ext cx="0" cy="51840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miter lim="400000"/>
              <a:headEnd type="triangle" w="sm" len="lg"/>
              <a:tailEnd type="none" w="med" len="med"/>
            </a:ln>
          </p:spPr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5B449F60-B22C-4E23-AD0D-F6C633CC9D4B}"/>
                </a:ext>
              </a:extLst>
            </p:cNvPr>
            <p:cNvCxnSpPr/>
            <p:nvPr/>
          </p:nvCxnSpPr>
          <p:spPr bwMode="auto">
            <a:xfrm>
              <a:off x="1095416" y="2307915"/>
              <a:ext cx="62280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lgDashDot"/>
              <a:miter lim="400000"/>
              <a:headEnd type="triangle" w="sm" len="lg"/>
              <a:tailEnd type="none" w="med" len="med"/>
            </a:ln>
          </p:spPr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CC21B422-976D-4239-9935-09AD646DADC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200072" y="2517770"/>
              <a:ext cx="0" cy="592341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rgbClr val="FF0000"/>
              </a:solidFill>
              <a:prstDash val="solid"/>
              <a:miter lim="400000"/>
              <a:headEnd type="triangle" w="sm" len="lg"/>
              <a:tailEnd type="none" w="med" len="med"/>
            </a:ln>
          </p:spPr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77A3F5C2-143A-4A55-A6D8-0237C9E8A40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569843" y="1558983"/>
              <a:ext cx="0" cy="540000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rgbClr val="FF0000"/>
              </a:solidFill>
              <a:prstDash val="solid"/>
              <a:miter lim="400000"/>
              <a:headEnd type="none" w="med" len="med"/>
              <a:tailEnd type="triangle" w="sm" len="lg"/>
            </a:ln>
          </p:spPr>
        </p:cxnSp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B9931549-A067-4433-9E53-5671AF357C0F}"/>
                </a:ext>
              </a:extLst>
            </p:cNvPr>
            <p:cNvSpPr/>
            <p:nvPr/>
          </p:nvSpPr>
          <p:spPr bwMode="auto">
            <a:xfrm rot="19260000">
              <a:off x="2097817" y="2103665"/>
              <a:ext cx="960120" cy="40849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 cap="flat" cmpd="sng" algn="ctr">
              <a:solidFill>
                <a:srgbClr val="000000"/>
              </a:solidFill>
              <a:prstDash val="dash"/>
              <a:miter lim="400000"/>
              <a:headEnd type="none" w="med" len="med"/>
              <a:tailEnd type="none" w="med" len="med"/>
            </a:ln>
          </p:spPr>
          <p:txBody>
            <a:bodyPr vert="horz" wrap="square" lIns="0" tIns="0" rIns="0" bIns="0" numCol="1" rtlCol="0" anchor="ctr" anchorCtr="0" compatLnSpc="1">
              <a:spAutoFit/>
            </a:bodyPr>
            <a:lstStyle/>
            <a:p>
              <a:pPr marL="0" marR="0" indent="0" algn="ctr" defTabSz="8255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3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endParaRPr>
            </a:p>
          </p:txBody>
        </p: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EB6C8D4F-03F8-4D26-AE40-FE97367FA79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77877" y="2307912"/>
              <a:ext cx="3311577" cy="4032002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</p:spPr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7655D1E9-3640-4969-AD33-547A9FF5AF2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87851" y="1543925"/>
              <a:ext cx="12802" cy="1524547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lgDashDot"/>
              <a:miter lim="400000"/>
              <a:headEnd type="none" w="med" len="med"/>
              <a:tailEnd type="none" w="med" len="med"/>
            </a:ln>
          </p:spPr>
        </p:cxnSp>
        <p:sp>
          <p:nvSpPr>
            <p:cNvPr id="63" name="矩形: 圆角 62">
              <a:extLst>
                <a:ext uri="{FF2B5EF4-FFF2-40B4-BE49-F238E27FC236}">
                  <a16:creationId xmlns:a16="http://schemas.microsoft.com/office/drawing/2014/main" id="{C305DF93-71FE-445F-9DC1-6D04EC13F276}"/>
                </a:ext>
              </a:extLst>
            </p:cNvPr>
            <p:cNvSpPr/>
            <p:nvPr/>
          </p:nvSpPr>
          <p:spPr bwMode="auto">
            <a:xfrm>
              <a:off x="4716043" y="2101950"/>
              <a:ext cx="960120" cy="40849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 cap="flat" cmpd="sng" algn="ctr">
              <a:solidFill>
                <a:srgbClr val="000000"/>
              </a:solidFill>
              <a:prstDash val="dash"/>
              <a:miter lim="400000"/>
              <a:headEnd type="none" w="med" len="med"/>
              <a:tailEnd type="none" w="med" len="med"/>
            </a:ln>
          </p:spPr>
          <p:txBody>
            <a:bodyPr vert="horz" wrap="square" lIns="0" tIns="0" rIns="0" bIns="0" numCol="1" rtlCol="0" anchor="ctr" anchorCtr="0" compatLnSpc="1">
              <a:spAutoFit/>
            </a:bodyPr>
            <a:lstStyle/>
            <a:p>
              <a:pPr marL="0" marR="0" indent="0" algn="ctr" defTabSz="8255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3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endParaRPr>
            </a:p>
          </p:txBody>
        </p:sp>
        <p:sp>
          <p:nvSpPr>
            <p:cNvPr id="64" name="矩形: 圆角 63">
              <a:extLst>
                <a:ext uri="{FF2B5EF4-FFF2-40B4-BE49-F238E27FC236}">
                  <a16:creationId xmlns:a16="http://schemas.microsoft.com/office/drawing/2014/main" id="{D1F6242D-A3EE-446A-BB4A-70B1308E0B9E}"/>
                </a:ext>
              </a:extLst>
            </p:cNvPr>
            <p:cNvSpPr/>
            <p:nvPr/>
          </p:nvSpPr>
          <p:spPr bwMode="auto">
            <a:xfrm>
              <a:off x="6087154" y="2101949"/>
              <a:ext cx="960120" cy="40849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 cap="flat" cmpd="sng" algn="ctr">
              <a:solidFill>
                <a:srgbClr val="000000"/>
              </a:solidFill>
              <a:prstDash val="dash"/>
              <a:miter lim="400000"/>
              <a:headEnd type="none" w="med" len="med"/>
              <a:tailEnd type="none" w="med" len="med"/>
            </a:ln>
          </p:spPr>
          <p:txBody>
            <a:bodyPr vert="horz" wrap="square" lIns="0" tIns="0" rIns="0" bIns="0" numCol="1" rtlCol="0" anchor="ctr" anchorCtr="0" compatLnSpc="1">
              <a:spAutoFit/>
            </a:bodyPr>
            <a:lstStyle/>
            <a:p>
              <a:pPr marL="0" marR="0" indent="0" algn="ctr" defTabSz="8255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3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endParaRP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37B89589-B702-463D-9702-6BBE2B41EEA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843782" y="2336711"/>
              <a:ext cx="746153" cy="604223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</p:spPr>
        </p:cxnSp>
        <p:sp>
          <p:nvSpPr>
            <p:cNvPr id="53" name="任意多边形: 形状 52">
              <a:extLst>
                <a:ext uri="{FF2B5EF4-FFF2-40B4-BE49-F238E27FC236}">
                  <a16:creationId xmlns:a16="http://schemas.microsoft.com/office/drawing/2014/main" id="{8931DBEE-50F9-42E4-A43E-4FB08899F71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718762" y="2327394"/>
              <a:ext cx="195179" cy="540000"/>
            </a:xfrm>
            <a:custGeom>
              <a:avLst/>
              <a:gdLst>
                <a:gd name="connsiteX0" fmla="*/ 0 w 26772"/>
                <a:gd name="connsiteY0" fmla="*/ 0 h 111642"/>
                <a:gd name="connsiteX1" fmla="*/ 5316 w 26772"/>
                <a:gd name="connsiteY1" fmla="*/ 26581 h 111642"/>
                <a:gd name="connsiteX2" fmla="*/ 15949 w 26772"/>
                <a:gd name="connsiteY2" fmla="*/ 42530 h 111642"/>
                <a:gd name="connsiteX3" fmla="*/ 26581 w 26772"/>
                <a:gd name="connsiteY3" fmla="*/ 69112 h 111642"/>
                <a:gd name="connsiteX4" fmla="*/ 21265 w 26772"/>
                <a:gd name="connsiteY4" fmla="*/ 90377 h 111642"/>
                <a:gd name="connsiteX5" fmla="*/ 26581 w 26772"/>
                <a:gd name="connsiteY5" fmla="*/ 106325 h 111642"/>
                <a:gd name="connsiteX6" fmla="*/ 26581 w 26772"/>
                <a:gd name="connsiteY6" fmla="*/ 111642 h 111642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69112 h 467833"/>
                <a:gd name="connsiteX4" fmla="*/ 21265 w 116957"/>
                <a:gd name="connsiteY4" fmla="*/ 90377 h 467833"/>
                <a:gd name="connsiteX5" fmla="*/ 26581 w 116957"/>
                <a:gd name="connsiteY5" fmla="*/ 106325 h 467833"/>
                <a:gd name="connsiteX6" fmla="*/ 116957 w 116957"/>
                <a:gd name="connsiteY6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69112 h 467833"/>
                <a:gd name="connsiteX4" fmla="*/ 21265 w 116957"/>
                <a:gd name="connsiteY4" fmla="*/ 90377 h 467833"/>
                <a:gd name="connsiteX5" fmla="*/ 37214 w 116957"/>
                <a:gd name="connsiteY5" fmla="*/ 228600 h 467833"/>
                <a:gd name="connsiteX6" fmla="*/ 116957 w 116957"/>
                <a:gd name="connsiteY6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69112 h 467833"/>
                <a:gd name="connsiteX4" fmla="*/ 26581 w 116957"/>
                <a:gd name="connsiteY4" fmla="*/ 170122 h 467833"/>
                <a:gd name="connsiteX5" fmla="*/ 37214 w 116957"/>
                <a:gd name="connsiteY5" fmla="*/ 228600 h 467833"/>
                <a:gd name="connsiteX6" fmla="*/ 116957 w 116957"/>
                <a:gd name="connsiteY6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69112 h 467833"/>
                <a:gd name="connsiteX4" fmla="*/ 26581 w 116957"/>
                <a:gd name="connsiteY4" fmla="*/ 170122 h 467833"/>
                <a:gd name="connsiteX5" fmla="*/ 58479 w 116957"/>
                <a:gd name="connsiteY5" fmla="*/ 287079 h 467833"/>
                <a:gd name="connsiteX6" fmla="*/ 116957 w 116957"/>
                <a:gd name="connsiteY6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170122 h 467833"/>
                <a:gd name="connsiteX4" fmla="*/ 58479 w 116957"/>
                <a:gd name="connsiteY4" fmla="*/ 287079 h 467833"/>
                <a:gd name="connsiteX5" fmla="*/ 116957 w 116957"/>
                <a:gd name="connsiteY5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26581 w 116957"/>
                <a:gd name="connsiteY2" fmla="*/ 170122 h 467833"/>
                <a:gd name="connsiteX3" fmla="*/ 58479 w 116957"/>
                <a:gd name="connsiteY3" fmla="*/ 287079 h 467833"/>
                <a:gd name="connsiteX4" fmla="*/ 116957 w 116957"/>
                <a:gd name="connsiteY4" fmla="*/ 467833 h 467833"/>
                <a:gd name="connsiteX0" fmla="*/ 0 w 116957"/>
                <a:gd name="connsiteY0" fmla="*/ 0 h 467833"/>
                <a:gd name="connsiteX1" fmla="*/ 26581 w 116957"/>
                <a:gd name="connsiteY1" fmla="*/ 170122 h 467833"/>
                <a:gd name="connsiteX2" fmla="*/ 58479 w 116957"/>
                <a:gd name="connsiteY2" fmla="*/ 287079 h 467833"/>
                <a:gd name="connsiteX3" fmla="*/ 116957 w 116957"/>
                <a:gd name="connsiteY3" fmla="*/ 467833 h 467833"/>
                <a:gd name="connsiteX0" fmla="*/ 0 w 159487"/>
                <a:gd name="connsiteY0" fmla="*/ 0 h 441251"/>
                <a:gd name="connsiteX1" fmla="*/ 26581 w 159487"/>
                <a:gd name="connsiteY1" fmla="*/ 170122 h 441251"/>
                <a:gd name="connsiteX2" fmla="*/ 58479 w 159487"/>
                <a:gd name="connsiteY2" fmla="*/ 287079 h 441251"/>
                <a:gd name="connsiteX3" fmla="*/ 159487 w 159487"/>
                <a:gd name="connsiteY3" fmla="*/ 441251 h 441251"/>
                <a:gd name="connsiteX0" fmla="*/ 0 w 159487"/>
                <a:gd name="connsiteY0" fmla="*/ 0 h 441251"/>
                <a:gd name="connsiteX1" fmla="*/ 15948 w 159487"/>
                <a:gd name="connsiteY1" fmla="*/ 164805 h 441251"/>
                <a:gd name="connsiteX2" fmla="*/ 58479 w 159487"/>
                <a:gd name="connsiteY2" fmla="*/ 287079 h 441251"/>
                <a:gd name="connsiteX3" fmla="*/ 159487 w 159487"/>
                <a:gd name="connsiteY3" fmla="*/ 441251 h 44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487" h="441251">
                  <a:moveTo>
                    <a:pt x="0" y="0"/>
                  </a:moveTo>
                  <a:cubicBezTo>
                    <a:pt x="5538" y="35442"/>
                    <a:pt x="6202" y="116959"/>
                    <a:pt x="15948" y="164805"/>
                  </a:cubicBezTo>
                  <a:cubicBezTo>
                    <a:pt x="25694" y="212651"/>
                    <a:pt x="34556" y="241005"/>
                    <a:pt x="58479" y="287079"/>
                  </a:cubicBezTo>
                  <a:cubicBezTo>
                    <a:pt x="82402" y="333153"/>
                    <a:pt x="159487" y="439479"/>
                    <a:pt x="159487" y="441251"/>
                  </a:cubicBezTo>
                </a:path>
              </a:pathLst>
            </a:custGeom>
            <a:noFill/>
            <a:ln w="15875" cap="flat" cmpd="sng" algn="ctr">
              <a:solidFill>
                <a:srgbClr val="C00000"/>
              </a:solidFill>
              <a:prstDash val="solid"/>
              <a:miter lim="400000"/>
              <a:headEnd type="triangle" w="sm" len="lg"/>
              <a:tailEnd type="triangle" w="sm" len="lg"/>
            </a:ln>
          </p:spPr>
          <p:txBody>
            <a:bodyPr vert="horz" wrap="square" lIns="0" tIns="0" rIns="0" bIns="0" numCol="1" rtlCol="0" anchor="ctr" anchorCtr="0" compatLnSpc="1">
              <a:spAutoFit/>
            </a:bodyPr>
            <a:lstStyle/>
            <a:p>
              <a:pPr marL="0" marR="0" indent="0" algn="ctr" defTabSz="8255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3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439569E0-152A-4E3B-A174-BF91E7FB4240}"/>
                </a:ext>
              </a:extLst>
            </p:cNvPr>
            <p:cNvSpPr txBox="1"/>
            <p:nvPr/>
          </p:nvSpPr>
          <p:spPr>
            <a:xfrm>
              <a:off x="1457658" y="2470459"/>
              <a:ext cx="3508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Symbol" panose="05050102010706020507" pitchFamily="18" charset="2"/>
                </a:rPr>
                <a:t>d</a:t>
              </a:r>
              <a:endParaRPr lang="zh-CN" altLang="en-US" sz="2000" dirty="0">
                <a:latin typeface="Symbol" panose="05050102010706020507" pitchFamily="18" charset="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D67BA1C-3B6B-4657-A41D-49A0B36DAB1E}"/>
                </a:ext>
              </a:extLst>
            </p:cNvPr>
            <p:cNvSpPr txBox="1"/>
            <p:nvPr/>
          </p:nvSpPr>
          <p:spPr>
            <a:xfrm>
              <a:off x="5601126" y="2295839"/>
              <a:ext cx="337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3D01A7C-EA89-4F04-AD7B-C63686F37691}"/>
                </a:ext>
              </a:extLst>
            </p:cNvPr>
            <p:cNvSpPr txBox="1"/>
            <p:nvPr/>
          </p:nvSpPr>
          <p:spPr>
            <a:xfrm>
              <a:off x="5927507" y="6201699"/>
              <a:ext cx="534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B4711831-7C28-4927-9504-AACA9CB4EBFC}"/>
                </a:ext>
              </a:extLst>
            </p:cNvPr>
            <p:cNvGrpSpPr/>
            <p:nvPr/>
          </p:nvGrpSpPr>
          <p:grpSpPr>
            <a:xfrm>
              <a:off x="4378595" y="2327394"/>
              <a:ext cx="1520833" cy="4012520"/>
              <a:chOff x="5033352" y="2140961"/>
              <a:chExt cx="1520833" cy="4012520"/>
            </a:xfrm>
          </p:grpSpPr>
          <p:cxnSp>
            <p:nvCxnSpPr>
              <p:cNvPr id="76" name="直接连接符 75">
                <a:extLst>
                  <a:ext uri="{FF2B5EF4-FFF2-40B4-BE49-F238E27FC236}">
                    <a16:creationId xmlns:a16="http://schemas.microsoft.com/office/drawing/2014/main" id="{01A6B2A4-DA92-4B76-9C98-8303908D154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850860" y="2140961"/>
                <a:ext cx="703325" cy="401252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:ln>
            </p:spPr>
          </p:cxnSp>
          <p:cxnSp>
            <p:nvCxnSpPr>
              <p:cNvPr id="77" name="直接连接符 76">
                <a:extLst>
                  <a:ext uri="{FF2B5EF4-FFF2-40B4-BE49-F238E27FC236}">
                    <a16:creationId xmlns:a16="http://schemas.microsoft.com/office/drawing/2014/main" id="{2C02BDA9-8BE3-49C0-B6A3-745ABAB131AE}"/>
                  </a:ext>
                </a:extLst>
              </p:cNvPr>
              <p:cNvCxnSpPr>
                <a:cxnSpLocks noChangeAspect="1"/>
              </p:cNvCxnSpPr>
              <p:nvPr/>
            </p:nvCxnSpPr>
            <p:spPr bwMode="auto">
              <a:xfrm rot="5400000">
                <a:off x="5372118" y="1822824"/>
                <a:ext cx="144000" cy="821531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7030A0"/>
                </a:solidFill>
                <a:prstDash val="solid"/>
                <a:miter lim="400000"/>
                <a:headEnd type="none" w="med" len="med"/>
                <a:tailEnd type="triangle" w="sm" len="lg"/>
              </a:ln>
            </p:spPr>
          </p:cxnSp>
        </p:grp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09D252D3-A138-4432-8B7B-96C840092508}"/>
                </a:ext>
              </a:extLst>
            </p:cNvPr>
            <p:cNvGrpSpPr/>
            <p:nvPr/>
          </p:nvGrpSpPr>
          <p:grpSpPr>
            <a:xfrm rot="1140000">
              <a:off x="5076958" y="2149706"/>
              <a:ext cx="1520833" cy="4012520"/>
              <a:chOff x="5033352" y="2140961"/>
              <a:chExt cx="1520833" cy="4012520"/>
            </a:xfrm>
          </p:grpSpPr>
          <p:cxnSp>
            <p:nvCxnSpPr>
              <p:cNvPr id="79" name="直接连接符 78">
                <a:extLst>
                  <a:ext uri="{FF2B5EF4-FFF2-40B4-BE49-F238E27FC236}">
                    <a16:creationId xmlns:a16="http://schemas.microsoft.com/office/drawing/2014/main" id="{8734EDD7-B801-426B-85F2-45AB1F44B7C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850860" y="2140961"/>
                <a:ext cx="703325" cy="401252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:ln>
            </p:spPr>
          </p:cxnSp>
          <p:cxnSp>
            <p:nvCxnSpPr>
              <p:cNvPr id="80" name="直接连接符 79">
                <a:extLst>
                  <a:ext uri="{FF2B5EF4-FFF2-40B4-BE49-F238E27FC236}">
                    <a16:creationId xmlns:a16="http://schemas.microsoft.com/office/drawing/2014/main" id="{3FE39A56-B142-4173-B02B-48A7EAFCFC00}"/>
                  </a:ext>
                </a:extLst>
              </p:cNvPr>
              <p:cNvCxnSpPr>
                <a:cxnSpLocks noChangeAspect="1"/>
              </p:cNvCxnSpPr>
              <p:nvPr/>
            </p:nvCxnSpPr>
            <p:spPr bwMode="auto">
              <a:xfrm rot="5400000">
                <a:off x="5372118" y="1822824"/>
                <a:ext cx="144000" cy="821531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7030A0"/>
                </a:solidFill>
                <a:prstDash val="solid"/>
                <a:miter lim="400000"/>
                <a:headEnd type="none" w="med" len="med"/>
                <a:tailEnd type="triangle" w="sm" len="lg"/>
              </a:ln>
            </p:spPr>
          </p:cxnSp>
        </p:grp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309ABD99-9687-4683-BB50-4CDC11CB1B62}"/>
                </a:ext>
              </a:extLst>
            </p:cNvPr>
            <p:cNvSpPr txBox="1"/>
            <p:nvPr/>
          </p:nvSpPr>
          <p:spPr>
            <a:xfrm>
              <a:off x="4062846" y="2510444"/>
              <a:ext cx="534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ACBF0FFE-50A6-4EB9-9DCA-95B249508881}"/>
                </a:ext>
              </a:extLst>
            </p:cNvPr>
            <p:cNvSpPr txBox="1"/>
            <p:nvPr/>
          </p:nvSpPr>
          <p:spPr>
            <a:xfrm>
              <a:off x="4756197" y="2968083"/>
              <a:ext cx="534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62BDEFE5-F8A1-40A7-89C3-8CC5125B508A}"/>
                </a:ext>
              </a:extLst>
            </p:cNvPr>
            <p:cNvSpPr txBox="1"/>
            <p:nvPr/>
          </p:nvSpPr>
          <p:spPr>
            <a:xfrm>
              <a:off x="6566989" y="1514947"/>
              <a:ext cx="534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529D9103-BD12-45BB-B63F-2DA083305884}"/>
                </a:ext>
              </a:extLst>
            </p:cNvPr>
            <p:cNvSpPr txBox="1"/>
            <p:nvPr/>
          </p:nvSpPr>
          <p:spPr>
            <a:xfrm>
              <a:off x="5635261" y="1649079"/>
              <a:ext cx="451728" cy="40011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CBC0B17D-CB90-446C-B773-CFE394B28418}"/>
                </a:ext>
              </a:extLst>
            </p:cNvPr>
            <p:cNvSpPr txBox="1"/>
            <p:nvPr/>
          </p:nvSpPr>
          <p:spPr>
            <a:xfrm>
              <a:off x="1092908" y="1803493"/>
              <a:ext cx="534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69C2335E-4EEB-433D-997C-406F2826CC10}"/>
                </a:ext>
              </a:extLst>
            </p:cNvPr>
            <p:cNvSpPr txBox="1"/>
            <p:nvPr/>
          </p:nvSpPr>
          <p:spPr>
            <a:xfrm>
              <a:off x="5553525" y="1035972"/>
              <a:ext cx="534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B657A322-1152-4056-9525-B9D4991FE14B}"/>
                </a:ext>
              </a:extLst>
            </p:cNvPr>
            <p:cNvSpPr/>
            <p:nvPr/>
          </p:nvSpPr>
          <p:spPr bwMode="auto">
            <a:xfrm>
              <a:off x="5844541" y="2269205"/>
              <a:ext cx="89948" cy="89948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  <a:miter lim="400000"/>
              <a:headEnd type="none" w="med" len="med"/>
              <a:tailEnd type="none" w="med" len="med"/>
            </a:ln>
          </p:spPr>
          <p:txBody>
            <a:bodyPr vert="horz" wrap="square" lIns="0" tIns="0" rIns="0" bIns="0" numCol="1" rtlCol="0" anchor="ctr" anchorCtr="0" compatLnSpc="1">
              <a:spAutoFit/>
            </a:bodyPr>
            <a:lstStyle/>
            <a:p>
              <a:pPr marL="0" marR="0" indent="0" algn="ctr" defTabSz="8255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3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endParaRPr>
            </a:p>
          </p:txBody>
        </p:sp>
      </p:grpSp>
      <p:sp>
        <p:nvSpPr>
          <p:cNvPr id="87" name="文本框 86">
            <a:extLst>
              <a:ext uri="{FF2B5EF4-FFF2-40B4-BE49-F238E27FC236}">
                <a16:creationId xmlns:a16="http://schemas.microsoft.com/office/drawing/2014/main" id="{6D4DEC10-3D31-4DE1-82B4-F2F4814D1332}"/>
              </a:ext>
            </a:extLst>
          </p:cNvPr>
          <p:cNvSpPr txBox="1"/>
          <p:nvPr/>
        </p:nvSpPr>
        <p:spPr>
          <a:xfrm>
            <a:off x="8389073" y="3639305"/>
            <a:ext cx="137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latin typeface="Symbol" panose="05050102010706020507" pitchFamily="18" charset="2"/>
                <a:cs typeface="Times New Roman" panose="02020603050405020304" pitchFamily="18" charset="0"/>
              </a:rPr>
              <a:t>S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  <a:endParaRPr lang="zh-CN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2D8D698B-8E59-4E9F-9FCD-67E1205F49A6}"/>
              </a:ext>
            </a:extLst>
          </p:cNvPr>
          <p:cNvSpPr txBox="1"/>
          <p:nvPr/>
        </p:nvSpPr>
        <p:spPr>
          <a:xfrm>
            <a:off x="8403775" y="4592886"/>
            <a:ext cx="19713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latin typeface="Symbol" panose="05050102010706020507" pitchFamily="18" charset="2"/>
                <a:cs typeface="Times New Roman" panose="02020603050405020304" pitchFamily="18" charset="0"/>
              </a:rPr>
              <a:t>S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  <a:endParaRPr lang="zh-CN" altLang="en-US" sz="2000" i="1" dirty="0">
              <a:latin typeface="Arial Nova Light" panose="020B03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EEBE52EC-7C00-4225-8F9C-62EA85E60DD4}"/>
              </a:ext>
            </a:extLst>
          </p:cNvPr>
          <p:cNvSpPr txBox="1"/>
          <p:nvPr/>
        </p:nvSpPr>
        <p:spPr>
          <a:xfrm>
            <a:off x="5845295" y="3198671"/>
            <a:ext cx="5341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CN" alt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13735C0-0BF6-4202-926D-5509DF7738B6}"/>
              </a:ext>
            </a:extLst>
          </p:cNvPr>
          <p:cNvSpPr txBox="1"/>
          <p:nvPr/>
        </p:nvSpPr>
        <p:spPr>
          <a:xfrm>
            <a:off x="9698680" y="3639305"/>
            <a:ext cx="7996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√</a:t>
            </a:r>
            <a:endParaRPr lang="zh-CN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3CC922A-8C97-405D-9FEB-53F8395A0621}"/>
              </a:ext>
            </a:extLst>
          </p:cNvPr>
          <p:cNvSpPr txBox="1"/>
          <p:nvPr/>
        </p:nvSpPr>
        <p:spPr>
          <a:xfrm>
            <a:off x="9761220" y="4592886"/>
            <a:ext cx="7996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>
                <a:latin typeface="Arial Nova Light" panose="020B0304020202020204" pitchFamily="34" charset="0"/>
                <a:cs typeface="Times New Roman" panose="02020603050405020304" pitchFamily="18" charset="0"/>
              </a:rPr>
              <a:t>X </a:t>
            </a:r>
            <a:endParaRPr lang="zh-CN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6167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1355" y="205757"/>
            <a:ext cx="94498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  <a:sym typeface="Arial" panose="020B0604020202020204" pitchFamily="34" charset="0"/>
              </a:rPr>
              <a:t>实际的转向瞬心在哪里</a:t>
            </a:r>
            <a:endParaRPr lang="en-US" altLang="zh-CN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C97EB3D-D17C-40E4-8813-98C447930CC7}"/>
              </a:ext>
            </a:extLst>
          </p:cNvPr>
          <p:cNvSpPr txBox="1"/>
          <p:nvPr/>
        </p:nvSpPr>
        <p:spPr>
          <a:xfrm>
            <a:off x="7860811" y="3415684"/>
            <a:ext cx="3495166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极低转速下仍然应有</a:t>
            </a:r>
            <a:endParaRPr lang="zh-CN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D4DEC10-3D31-4DE1-82B4-F2F4814D1332}"/>
              </a:ext>
            </a:extLst>
          </p:cNvPr>
          <p:cNvSpPr txBox="1"/>
          <p:nvPr/>
        </p:nvSpPr>
        <p:spPr>
          <a:xfrm>
            <a:off x="8022681" y="4496341"/>
            <a:ext cx="1146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latin typeface="Symbol" panose="05050102010706020507" pitchFamily="18" charset="2"/>
                <a:cs typeface="Times New Roman" panose="02020603050405020304" pitchFamily="18" charset="0"/>
              </a:rPr>
              <a:t>S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2D8D698B-8E59-4E9F-9FCD-67E1205F49A6}"/>
              </a:ext>
            </a:extLst>
          </p:cNvPr>
          <p:cNvSpPr txBox="1"/>
          <p:nvPr/>
        </p:nvSpPr>
        <p:spPr>
          <a:xfrm>
            <a:off x="8037383" y="5188284"/>
            <a:ext cx="11321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latin typeface="Symbol" panose="05050102010706020507" pitchFamily="18" charset="2"/>
                <a:cs typeface="Times New Roman" panose="02020603050405020304" pitchFamily="18" charset="0"/>
              </a:rPr>
              <a:t>S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000" i="1" dirty="0">
              <a:latin typeface="Arial Nova Light" panose="020B0304020202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891859F7-C4A4-4BE9-92D8-D88A113056FE}"/>
              </a:ext>
            </a:extLst>
          </p:cNvPr>
          <p:cNvGrpSpPr/>
          <p:nvPr/>
        </p:nvGrpSpPr>
        <p:grpSpPr>
          <a:xfrm>
            <a:off x="8531185" y="1057928"/>
            <a:ext cx="2116364" cy="1237975"/>
            <a:chOff x="440576" y="4392831"/>
            <a:chExt cx="2116364" cy="1237975"/>
          </a:xfrm>
        </p:grpSpPr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CBC0B17D-CB90-446C-B773-CFE394B28418}"/>
                </a:ext>
              </a:extLst>
            </p:cNvPr>
            <p:cNvSpPr txBox="1"/>
            <p:nvPr/>
          </p:nvSpPr>
          <p:spPr>
            <a:xfrm>
              <a:off x="493841" y="5110147"/>
              <a:ext cx="534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69C2335E-4EEB-433D-997C-406F2826CC10}"/>
                </a:ext>
              </a:extLst>
            </p:cNvPr>
            <p:cNvSpPr txBox="1"/>
            <p:nvPr/>
          </p:nvSpPr>
          <p:spPr>
            <a:xfrm>
              <a:off x="2022747" y="4392831"/>
              <a:ext cx="534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FF1C96BE-D5BD-435B-94D1-F271AF83590D}"/>
                </a:ext>
              </a:extLst>
            </p:cNvPr>
            <p:cNvCxnSpPr/>
            <p:nvPr/>
          </p:nvCxnSpPr>
          <p:spPr bwMode="auto">
            <a:xfrm>
              <a:off x="2289843" y="4478806"/>
              <a:ext cx="0" cy="11520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miter lim="400000"/>
              <a:headEnd type="triangle" w="sm" len="lg"/>
              <a:tailEnd type="none" w="lg" len="lg"/>
            </a:ln>
          </p:spPr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EE4A93CF-A220-4883-8A44-16229C419D6F}"/>
                </a:ext>
              </a:extLst>
            </p:cNvPr>
            <p:cNvCxnSpPr/>
            <p:nvPr/>
          </p:nvCxnSpPr>
          <p:spPr bwMode="auto">
            <a:xfrm>
              <a:off x="440576" y="5630806"/>
              <a:ext cx="18360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miter lim="400000"/>
              <a:headEnd type="triangle" w="sm" len="lg"/>
              <a:tailEnd type="none" w="med" len="med"/>
            </a:ln>
          </p:spPr>
        </p:cxn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F9A93ABC-ED8C-4BAB-BE46-8D1847AB8C0D}"/>
              </a:ext>
            </a:extLst>
          </p:cNvPr>
          <p:cNvGrpSpPr/>
          <p:nvPr/>
        </p:nvGrpSpPr>
        <p:grpSpPr>
          <a:xfrm>
            <a:off x="703531" y="1168851"/>
            <a:ext cx="6228000" cy="5387816"/>
            <a:chOff x="1095416" y="1369150"/>
            <a:chExt cx="6228000" cy="5387816"/>
          </a:xfrm>
        </p:grpSpPr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5B449F60-B22C-4E23-AD0D-F6C633CC9D4B}"/>
                </a:ext>
              </a:extLst>
            </p:cNvPr>
            <p:cNvCxnSpPr/>
            <p:nvPr/>
          </p:nvCxnSpPr>
          <p:spPr bwMode="auto">
            <a:xfrm>
              <a:off x="1095416" y="2307915"/>
              <a:ext cx="62280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lgDashDot"/>
              <a:miter lim="400000"/>
              <a:headEnd type="none" w="sm" len="lg"/>
              <a:tailEnd type="none" w="med" len="med"/>
            </a:ln>
          </p:spPr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CC21B422-976D-4239-9935-09AD646DADC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200072" y="2517770"/>
              <a:ext cx="0" cy="592341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rgbClr val="FF0000"/>
              </a:solidFill>
              <a:prstDash val="solid"/>
              <a:miter lim="400000"/>
              <a:headEnd type="triangle" w="sm" len="lg"/>
              <a:tailEnd type="none" w="med" len="med"/>
            </a:ln>
          </p:spPr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77A3F5C2-143A-4A55-A6D8-0237C9E8A40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569843" y="1558983"/>
              <a:ext cx="0" cy="540000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rgbClr val="FF0000"/>
              </a:solidFill>
              <a:prstDash val="solid"/>
              <a:miter lim="400000"/>
              <a:headEnd type="none" w="med" len="med"/>
              <a:tailEnd type="triangle" w="sm" len="lg"/>
            </a:ln>
          </p:spPr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7655D1E9-3640-4969-AD33-547A9FF5AF2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87851" y="1543925"/>
              <a:ext cx="12802" cy="1524547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lgDashDot"/>
              <a:miter lim="400000"/>
              <a:headEnd type="none" w="med" len="med"/>
              <a:tailEnd type="none" w="med" len="med"/>
            </a:ln>
          </p:spPr>
        </p:cxnSp>
        <p:sp>
          <p:nvSpPr>
            <p:cNvPr id="63" name="矩形: 圆角 62">
              <a:extLst>
                <a:ext uri="{FF2B5EF4-FFF2-40B4-BE49-F238E27FC236}">
                  <a16:creationId xmlns:a16="http://schemas.microsoft.com/office/drawing/2014/main" id="{C305DF93-71FE-445F-9DC1-6D04EC13F276}"/>
                </a:ext>
              </a:extLst>
            </p:cNvPr>
            <p:cNvSpPr/>
            <p:nvPr/>
          </p:nvSpPr>
          <p:spPr bwMode="auto">
            <a:xfrm>
              <a:off x="4716043" y="2101950"/>
              <a:ext cx="960120" cy="40849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 cap="flat" cmpd="sng" algn="ctr">
              <a:solidFill>
                <a:srgbClr val="000000"/>
              </a:solidFill>
              <a:prstDash val="dash"/>
              <a:miter lim="400000"/>
              <a:headEnd type="none" w="med" len="med"/>
              <a:tailEnd type="none" w="med" len="med"/>
            </a:ln>
          </p:spPr>
          <p:txBody>
            <a:bodyPr vert="horz" wrap="square" lIns="0" tIns="0" rIns="0" bIns="0" numCol="1" rtlCol="0" anchor="ctr" anchorCtr="0" compatLnSpc="1">
              <a:spAutoFit/>
            </a:bodyPr>
            <a:lstStyle/>
            <a:p>
              <a:pPr marL="0" marR="0" indent="0" algn="ctr" defTabSz="8255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3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endParaRPr>
            </a:p>
          </p:txBody>
        </p:sp>
        <p:sp>
          <p:nvSpPr>
            <p:cNvPr id="64" name="矩形: 圆角 63">
              <a:extLst>
                <a:ext uri="{FF2B5EF4-FFF2-40B4-BE49-F238E27FC236}">
                  <a16:creationId xmlns:a16="http://schemas.microsoft.com/office/drawing/2014/main" id="{D1F6242D-A3EE-446A-BB4A-70B1308E0B9E}"/>
                </a:ext>
              </a:extLst>
            </p:cNvPr>
            <p:cNvSpPr/>
            <p:nvPr/>
          </p:nvSpPr>
          <p:spPr bwMode="auto">
            <a:xfrm>
              <a:off x="6087154" y="2101949"/>
              <a:ext cx="960120" cy="40849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 cap="flat" cmpd="sng" algn="ctr">
              <a:solidFill>
                <a:srgbClr val="000000"/>
              </a:solidFill>
              <a:prstDash val="dash"/>
              <a:miter lim="400000"/>
              <a:headEnd type="none" w="med" len="med"/>
              <a:tailEnd type="none" w="med" len="med"/>
            </a:ln>
          </p:spPr>
          <p:txBody>
            <a:bodyPr vert="horz" wrap="square" lIns="0" tIns="0" rIns="0" bIns="0" numCol="1" rtlCol="0" anchor="ctr" anchorCtr="0" compatLnSpc="1">
              <a:spAutoFit/>
            </a:bodyPr>
            <a:lstStyle/>
            <a:p>
              <a:pPr marL="0" marR="0" indent="0" algn="ctr" defTabSz="8255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3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endParaRPr>
            </a:p>
          </p:txBody>
        </p:sp>
        <p:sp>
          <p:nvSpPr>
            <p:cNvPr id="53" name="任意多边形: 形状 52">
              <a:extLst>
                <a:ext uri="{FF2B5EF4-FFF2-40B4-BE49-F238E27FC236}">
                  <a16:creationId xmlns:a16="http://schemas.microsoft.com/office/drawing/2014/main" id="{8931DBEE-50F9-42E4-A43E-4FB08899F71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93709" y="2295903"/>
              <a:ext cx="338311" cy="936000"/>
            </a:xfrm>
            <a:custGeom>
              <a:avLst/>
              <a:gdLst>
                <a:gd name="connsiteX0" fmla="*/ 0 w 26772"/>
                <a:gd name="connsiteY0" fmla="*/ 0 h 111642"/>
                <a:gd name="connsiteX1" fmla="*/ 5316 w 26772"/>
                <a:gd name="connsiteY1" fmla="*/ 26581 h 111642"/>
                <a:gd name="connsiteX2" fmla="*/ 15949 w 26772"/>
                <a:gd name="connsiteY2" fmla="*/ 42530 h 111642"/>
                <a:gd name="connsiteX3" fmla="*/ 26581 w 26772"/>
                <a:gd name="connsiteY3" fmla="*/ 69112 h 111642"/>
                <a:gd name="connsiteX4" fmla="*/ 21265 w 26772"/>
                <a:gd name="connsiteY4" fmla="*/ 90377 h 111642"/>
                <a:gd name="connsiteX5" fmla="*/ 26581 w 26772"/>
                <a:gd name="connsiteY5" fmla="*/ 106325 h 111642"/>
                <a:gd name="connsiteX6" fmla="*/ 26581 w 26772"/>
                <a:gd name="connsiteY6" fmla="*/ 111642 h 111642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69112 h 467833"/>
                <a:gd name="connsiteX4" fmla="*/ 21265 w 116957"/>
                <a:gd name="connsiteY4" fmla="*/ 90377 h 467833"/>
                <a:gd name="connsiteX5" fmla="*/ 26581 w 116957"/>
                <a:gd name="connsiteY5" fmla="*/ 106325 h 467833"/>
                <a:gd name="connsiteX6" fmla="*/ 116957 w 116957"/>
                <a:gd name="connsiteY6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69112 h 467833"/>
                <a:gd name="connsiteX4" fmla="*/ 21265 w 116957"/>
                <a:gd name="connsiteY4" fmla="*/ 90377 h 467833"/>
                <a:gd name="connsiteX5" fmla="*/ 37214 w 116957"/>
                <a:gd name="connsiteY5" fmla="*/ 228600 h 467833"/>
                <a:gd name="connsiteX6" fmla="*/ 116957 w 116957"/>
                <a:gd name="connsiteY6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69112 h 467833"/>
                <a:gd name="connsiteX4" fmla="*/ 26581 w 116957"/>
                <a:gd name="connsiteY4" fmla="*/ 170122 h 467833"/>
                <a:gd name="connsiteX5" fmla="*/ 37214 w 116957"/>
                <a:gd name="connsiteY5" fmla="*/ 228600 h 467833"/>
                <a:gd name="connsiteX6" fmla="*/ 116957 w 116957"/>
                <a:gd name="connsiteY6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69112 h 467833"/>
                <a:gd name="connsiteX4" fmla="*/ 26581 w 116957"/>
                <a:gd name="connsiteY4" fmla="*/ 170122 h 467833"/>
                <a:gd name="connsiteX5" fmla="*/ 58479 w 116957"/>
                <a:gd name="connsiteY5" fmla="*/ 287079 h 467833"/>
                <a:gd name="connsiteX6" fmla="*/ 116957 w 116957"/>
                <a:gd name="connsiteY6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15949 w 116957"/>
                <a:gd name="connsiteY2" fmla="*/ 42530 h 467833"/>
                <a:gd name="connsiteX3" fmla="*/ 26581 w 116957"/>
                <a:gd name="connsiteY3" fmla="*/ 170122 h 467833"/>
                <a:gd name="connsiteX4" fmla="*/ 58479 w 116957"/>
                <a:gd name="connsiteY4" fmla="*/ 287079 h 467833"/>
                <a:gd name="connsiteX5" fmla="*/ 116957 w 116957"/>
                <a:gd name="connsiteY5" fmla="*/ 467833 h 467833"/>
                <a:gd name="connsiteX0" fmla="*/ 0 w 116957"/>
                <a:gd name="connsiteY0" fmla="*/ 0 h 467833"/>
                <a:gd name="connsiteX1" fmla="*/ 5316 w 116957"/>
                <a:gd name="connsiteY1" fmla="*/ 26581 h 467833"/>
                <a:gd name="connsiteX2" fmla="*/ 26581 w 116957"/>
                <a:gd name="connsiteY2" fmla="*/ 170122 h 467833"/>
                <a:gd name="connsiteX3" fmla="*/ 58479 w 116957"/>
                <a:gd name="connsiteY3" fmla="*/ 287079 h 467833"/>
                <a:gd name="connsiteX4" fmla="*/ 116957 w 116957"/>
                <a:gd name="connsiteY4" fmla="*/ 467833 h 467833"/>
                <a:gd name="connsiteX0" fmla="*/ 0 w 116957"/>
                <a:gd name="connsiteY0" fmla="*/ 0 h 467833"/>
                <a:gd name="connsiteX1" fmla="*/ 26581 w 116957"/>
                <a:gd name="connsiteY1" fmla="*/ 170122 h 467833"/>
                <a:gd name="connsiteX2" fmla="*/ 58479 w 116957"/>
                <a:gd name="connsiteY2" fmla="*/ 287079 h 467833"/>
                <a:gd name="connsiteX3" fmla="*/ 116957 w 116957"/>
                <a:gd name="connsiteY3" fmla="*/ 467833 h 467833"/>
                <a:gd name="connsiteX0" fmla="*/ 0 w 159487"/>
                <a:gd name="connsiteY0" fmla="*/ 0 h 441251"/>
                <a:gd name="connsiteX1" fmla="*/ 26581 w 159487"/>
                <a:gd name="connsiteY1" fmla="*/ 170122 h 441251"/>
                <a:gd name="connsiteX2" fmla="*/ 58479 w 159487"/>
                <a:gd name="connsiteY2" fmla="*/ 287079 h 441251"/>
                <a:gd name="connsiteX3" fmla="*/ 159487 w 159487"/>
                <a:gd name="connsiteY3" fmla="*/ 441251 h 441251"/>
                <a:gd name="connsiteX0" fmla="*/ 0 w 159487"/>
                <a:gd name="connsiteY0" fmla="*/ 0 h 441251"/>
                <a:gd name="connsiteX1" fmla="*/ 15948 w 159487"/>
                <a:gd name="connsiteY1" fmla="*/ 164805 h 441251"/>
                <a:gd name="connsiteX2" fmla="*/ 58479 w 159487"/>
                <a:gd name="connsiteY2" fmla="*/ 287079 h 441251"/>
                <a:gd name="connsiteX3" fmla="*/ 159487 w 159487"/>
                <a:gd name="connsiteY3" fmla="*/ 441251 h 441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487" h="441251">
                  <a:moveTo>
                    <a:pt x="0" y="0"/>
                  </a:moveTo>
                  <a:cubicBezTo>
                    <a:pt x="5538" y="35442"/>
                    <a:pt x="6202" y="116959"/>
                    <a:pt x="15948" y="164805"/>
                  </a:cubicBezTo>
                  <a:cubicBezTo>
                    <a:pt x="25694" y="212651"/>
                    <a:pt x="34556" y="241005"/>
                    <a:pt x="58479" y="287079"/>
                  </a:cubicBezTo>
                  <a:cubicBezTo>
                    <a:pt x="82402" y="333153"/>
                    <a:pt x="159487" y="439479"/>
                    <a:pt x="159487" y="441251"/>
                  </a:cubicBezTo>
                </a:path>
              </a:pathLst>
            </a:custGeom>
            <a:noFill/>
            <a:ln w="15875" cap="flat" cmpd="sng" algn="ctr">
              <a:solidFill>
                <a:srgbClr val="C00000"/>
              </a:solidFill>
              <a:prstDash val="solid"/>
              <a:miter lim="400000"/>
              <a:headEnd type="triangle" w="sm" len="lg"/>
              <a:tailEnd type="triangle" w="sm" len="lg"/>
            </a:ln>
          </p:spPr>
          <p:txBody>
            <a:bodyPr vert="horz" wrap="square" lIns="0" tIns="0" rIns="0" bIns="0" numCol="1" rtlCol="0" anchor="ctr" anchorCtr="0" compatLnSpc="1">
              <a:spAutoFit/>
            </a:bodyPr>
            <a:lstStyle/>
            <a:p>
              <a:pPr marL="0" marR="0" indent="0" algn="ctr" defTabSz="8255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3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439569E0-152A-4E3B-A174-BF91E7FB4240}"/>
                </a:ext>
              </a:extLst>
            </p:cNvPr>
            <p:cNvSpPr txBox="1"/>
            <p:nvPr/>
          </p:nvSpPr>
          <p:spPr>
            <a:xfrm>
              <a:off x="1129761" y="2706325"/>
              <a:ext cx="3508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Symbol" panose="05050102010706020507" pitchFamily="18" charset="2"/>
                </a:rPr>
                <a:t>d</a:t>
              </a:r>
              <a:endParaRPr lang="zh-CN" altLang="en-US" sz="2000" dirty="0">
                <a:latin typeface="Symbol" panose="05050102010706020507" pitchFamily="18" charset="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D67BA1C-3B6B-4657-A41D-49A0B36DAB1E}"/>
                </a:ext>
              </a:extLst>
            </p:cNvPr>
            <p:cNvSpPr txBox="1"/>
            <p:nvPr/>
          </p:nvSpPr>
          <p:spPr>
            <a:xfrm>
              <a:off x="5594767" y="2348288"/>
              <a:ext cx="337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3D01A7C-EA89-4F04-AD7B-C63686F37691}"/>
                </a:ext>
              </a:extLst>
            </p:cNvPr>
            <p:cNvSpPr txBox="1"/>
            <p:nvPr/>
          </p:nvSpPr>
          <p:spPr>
            <a:xfrm>
              <a:off x="6135848" y="5984723"/>
              <a:ext cx="534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CN" sz="20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1A6B2A4-DA92-4B76-9C98-8303908D154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96103" y="2327394"/>
              <a:ext cx="932599" cy="4039271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</p:spPr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2C02BDA9-8BE3-49C0-B6A3-745ABAB131AE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446540" y="2330605"/>
              <a:ext cx="762296" cy="24449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7030A0"/>
              </a:solidFill>
              <a:prstDash val="solid"/>
              <a:miter lim="400000"/>
              <a:headEnd type="none" w="med" len="med"/>
              <a:tailEnd type="triangle" w="sm" len="lg"/>
            </a:ln>
          </p:spPr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8734EDD7-B801-426B-85F2-45AB1F44B7C6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128702" y="2285837"/>
              <a:ext cx="459515" cy="4089257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</p:spPr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3FE39A56-B142-4173-B02B-48A7EAFCFC00}"/>
                </a:ext>
              </a:extLst>
            </p:cNvPr>
            <p:cNvCxnSpPr>
              <a:cxnSpLocks noChangeAspect="1"/>
            </p:cNvCxnSpPr>
            <p:nvPr/>
          </p:nvCxnSpPr>
          <p:spPr bwMode="auto">
            <a:xfrm rot="6331164">
              <a:off x="6245085" y="1990371"/>
              <a:ext cx="100964" cy="5760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7030A0"/>
              </a:solidFill>
              <a:prstDash val="solid"/>
              <a:miter lim="400000"/>
              <a:headEnd type="none" w="med" len="med"/>
              <a:tailEnd type="triangle" w="sm" len="lg"/>
            </a:ln>
          </p:spPr>
        </p:cxn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309ABD99-9687-4683-BB50-4CDC11CB1B62}"/>
                </a:ext>
              </a:extLst>
            </p:cNvPr>
            <p:cNvSpPr txBox="1"/>
            <p:nvPr/>
          </p:nvSpPr>
          <p:spPr>
            <a:xfrm>
              <a:off x="4062846" y="2510444"/>
              <a:ext cx="534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ACBF0FFE-50A6-4EB9-9DCA-95B249508881}"/>
                </a:ext>
              </a:extLst>
            </p:cNvPr>
            <p:cNvSpPr txBox="1"/>
            <p:nvPr/>
          </p:nvSpPr>
          <p:spPr>
            <a:xfrm>
              <a:off x="4756197" y="2968083"/>
              <a:ext cx="534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62BDEFE5-F8A1-40A7-89C3-8CC5125B508A}"/>
                </a:ext>
              </a:extLst>
            </p:cNvPr>
            <p:cNvSpPr txBox="1"/>
            <p:nvPr/>
          </p:nvSpPr>
          <p:spPr>
            <a:xfrm>
              <a:off x="6566989" y="1514947"/>
              <a:ext cx="534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529D9103-BD12-45BB-B63F-2DA083305884}"/>
                </a:ext>
              </a:extLst>
            </p:cNvPr>
            <p:cNvSpPr txBox="1"/>
            <p:nvPr/>
          </p:nvSpPr>
          <p:spPr>
            <a:xfrm>
              <a:off x="5715181" y="1803596"/>
              <a:ext cx="4517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D8857CAE-D0BD-488B-B888-733A6DA89B70}"/>
                </a:ext>
              </a:extLst>
            </p:cNvPr>
            <p:cNvSpPr txBox="1"/>
            <p:nvPr/>
          </p:nvSpPr>
          <p:spPr>
            <a:xfrm>
              <a:off x="1837900" y="1369150"/>
              <a:ext cx="534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85657F97-AFB1-4619-AE90-EBF9064C73E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890941" y="2312574"/>
              <a:ext cx="237761" cy="406252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miter lim="400000"/>
              <a:headEnd type="oval" w="lg" len="lg"/>
              <a:tailEnd type="oval" w="lg" len="lg"/>
            </a:ln>
          </p:spPr>
        </p:cxn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BD2BDD3A-6298-40D4-B392-B993C8D7A506}"/>
                </a:ext>
              </a:extLst>
            </p:cNvPr>
            <p:cNvGrpSpPr/>
            <p:nvPr/>
          </p:nvGrpSpPr>
          <p:grpSpPr>
            <a:xfrm rot="-240000">
              <a:off x="2097718" y="1820154"/>
              <a:ext cx="696301" cy="970951"/>
              <a:chOff x="2093577" y="1824119"/>
              <a:chExt cx="696301" cy="970951"/>
            </a:xfrm>
          </p:grpSpPr>
          <p:sp>
            <p:nvSpPr>
              <p:cNvPr id="47" name="矩形: 圆角 46">
                <a:extLst>
                  <a:ext uri="{FF2B5EF4-FFF2-40B4-BE49-F238E27FC236}">
                    <a16:creationId xmlns:a16="http://schemas.microsoft.com/office/drawing/2014/main" id="{B9931549-A067-4433-9E53-5671AF357C0F}"/>
                  </a:ext>
                </a:extLst>
              </p:cNvPr>
              <p:cNvSpPr/>
              <p:nvPr/>
            </p:nvSpPr>
            <p:spPr bwMode="auto">
              <a:xfrm rot="18720000">
                <a:off x="2105571" y="2110762"/>
                <a:ext cx="960120" cy="408495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 cap="flat" cmpd="sng" algn="ctr">
                <a:solidFill>
                  <a:srgbClr val="000000"/>
                </a:solidFill>
                <a:prstDash val="dash"/>
                <a:miter lim="400000"/>
                <a:headEnd type="none" w="med" len="med"/>
                <a:tailEnd type="none" w="med" len="med"/>
              </a:ln>
            </p:spPr>
            <p:txBody>
              <a:bodyPr vert="horz" wrap="square" lIns="0" tIns="0" rIns="0" bIns="0" numCol="1" rtlCol="0" anchor="ctr" anchorCtr="0" compatLnSpc="1">
                <a:spAutoFit/>
              </a:bodyPr>
              <a:lstStyle/>
              <a:p>
                <a:pPr marL="0" marR="0" indent="0" algn="ctr" defTabSz="8255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3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endParaRPr>
              </a:p>
            </p:txBody>
          </p: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164C6296-A755-4957-BE79-81FDE2B52249}"/>
                  </a:ext>
                </a:extLst>
              </p:cNvPr>
              <p:cNvCxnSpPr>
                <a:cxnSpLocks noChangeAspect="1"/>
              </p:cNvCxnSpPr>
              <p:nvPr/>
            </p:nvCxnSpPr>
            <p:spPr bwMode="auto">
              <a:xfrm rot="21120000">
                <a:off x="2093577" y="1824119"/>
                <a:ext cx="303048" cy="360000"/>
              </a:xfrm>
              <a:prstGeom prst="line">
                <a:avLst/>
              </a:prstGeom>
              <a:solidFill>
                <a:schemeClr val="accent1"/>
              </a:solidFill>
              <a:ln w="41275" cap="flat" cmpd="sng" algn="ctr">
                <a:solidFill>
                  <a:srgbClr val="FF0000"/>
                </a:solidFill>
                <a:prstDash val="solid"/>
                <a:miter lim="400000"/>
                <a:headEnd type="none" w="med" len="med"/>
                <a:tailEnd type="triangle" w="sm" len="lg"/>
              </a:ln>
            </p:spPr>
          </p:cxnSp>
        </p:grp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9E5C0CB6-2922-4CA6-B5F8-67C5705EA2C0}"/>
                </a:ext>
              </a:extLst>
            </p:cNvPr>
            <p:cNvSpPr txBox="1"/>
            <p:nvPr/>
          </p:nvSpPr>
          <p:spPr>
            <a:xfrm>
              <a:off x="1630011" y="2373125"/>
              <a:ext cx="534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0422CF54-C500-4140-ADD1-96DF6105B819}"/>
                </a:ext>
              </a:extLst>
            </p:cNvPr>
            <p:cNvCxnSpPr>
              <a:cxnSpLocks/>
            </p:cNvCxnSpPr>
            <p:nvPr/>
          </p:nvCxnSpPr>
          <p:spPr bwMode="auto">
            <a:xfrm rot="420000" flipH="1">
              <a:off x="1928682" y="2261017"/>
              <a:ext cx="642445" cy="71350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7030A0"/>
              </a:solidFill>
              <a:prstDash val="solid"/>
              <a:miter lim="400000"/>
              <a:headEnd type="none" w="med" len="med"/>
              <a:tailEnd type="triangle" w="sm" len="lg"/>
            </a:ln>
          </p:spPr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B3544826-9333-42E5-8D4D-DAF15EF37998}"/>
                </a:ext>
              </a:extLst>
            </p:cNvPr>
            <p:cNvCxnSpPr>
              <a:cxnSpLocks noChangeAspect="1"/>
            </p:cNvCxnSpPr>
            <p:nvPr/>
          </p:nvCxnSpPr>
          <p:spPr bwMode="auto">
            <a:xfrm rot="420000">
              <a:off x="2359776" y="2536452"/>
              <a:ext cx="3998199" cy="36000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</p:spPr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A8A97875-D4FA-4E78-B7D0-7048F62AB576}"/>
                </a:ext>
              </a:extLst>
            </p:cNvPr>
            <p:cNvCxnSpPr>
              <a:cxnSpLocks noChangeAspect="1"/>
            </p:cNvCxnSpPr>
            <p:nvPr/>
          </p:nvCxnSpPr>
          <p:spPr bwMode="auto">
            <a:xfrm flipH="1">
              <a:off x="1688185" y="2284204"/>
              <a:ext cx="900038" cy="11520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</p:spPr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C1F2104-0BAF-4D23-BD81-A2EBD01D9F07}"/>
                </a:ext>
              </a:extLst>
            </p:cNvPr>
            <p:cNvCxnSpPr>
              <a:stCxn id="47" idx="0"/>
              <a:endCxn id="47" idx="2"/>
            </p:cNvCxnSpPr>
            <p:nvPr/>
          </p:nvCxnSpPr>
          <p:spPr bwMode="auto">
            <a:xfrm>
              <a:off x="2428851" y="2175246"/>
              <a:ext cx="321898" cy="251495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</p:spPr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BB61FE92-623B-4884-B6F4-B16C26A60B66}"/>
                </a:ext>
              </a:extLst>
            </p:cNvPr>
            <p:cNvCxnSpPr>
              <a:cxnSpLocks noChangeAspect="1"/>
            </p:cNvCxnSpPr>
            <p:nvPr/>
          </p:nvCxnSpPr>
          <p:spPr bwMode="auto">
            <a:xfrm rot="5400000" flipH="1">
              <a:off x="2945499" y="1912385"/>
              <a:ext cx="2587598" cy="33120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B050"/>
              </a:solidFill>
              <a:prstDash val="solid"/>
              <a:miter lim="400000"/>
              <a:headEnd type="none" w="med" len="med"/>
              <a:tailEnd type="none" w="med" len="med"/>
            </a:ln>
          </p:spPr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AEB88A48-A0A4-4859-B8AC-0A486E0585F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886579" y="2308216"/>
              <a:ext cx="0" cy="25560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B050"/>
              </a:solidFill>
              <a:prstDash val="solid"/>
              <a:miter lim="400000"/>
              <a:headEnd type="oval" w="lg" len="lg"/>
              <a:tailEnd type="oval" w="lg" len="lg"/>
            </a:ln>
          </p:spPr>
        </p:cxn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5069D9AC-587E-421F-BEF1-EC8816D0CD14}"/>
                </a:ext>
              </a:extLst>
            </p:cNvPr>
            <p:cNvSpPr txBox="1"/>
            <p:nvPr/>
          </p:nvSpPr>
          <p:spPr>
            <a:xfrm>
              <a:off x="5505805" y="4835820"/>
              <a:ext cx="360000" cy="307777"/>
            </a:xfrm>
            <a:prstGeom prst="rect">
              <a:avLst/>
            </a:prstGeom>
            <a:solidFill>
              <a:srgbClr val="FFFFFF">
                <a:alpha val="62000"/>
              </a:srgbClr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2000" i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zh-CN" altLang="en-US" sz="20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4C971762-16B3-4B9E-A693-DE5AD2AB1361}"/>
                </a:ext>
              </a:extLst>
            </p:cNvPr>
            <p:cNvCxnSpPr/>
            <p:nvPr/>
          </p:nvCxnSpPr>
          <p:spPr bwMode="auto">
            <a:xfrm>
              <a:off x="5886589" y="4872925"/>
              <a:ext cx="1289273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B0F0"/>
              </a:solidFill>
              <a:prstDash val="solid"/>
              <a:miter lim="400000"/>
              <a:headEnd type="none" w="med" len="med"/>
              <a:tailEnd type="none" w="med" len="med"/>
            </a:ln>
          </p:spPr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29DEDE9D-B8CF-43D2-8448-B2854F9D5A66}"/>
                </a:ext>
              </a:extLst>
            </p:cNvPr>
            <p:cNvCxnSpPr/>
            <p:nvPr/>
          </p:nvCxnSpPr>
          <p:spPr bwMode="auto">
            <a:xfrm>
              <a:off x="6128702" y="6375094"/>
              <a:ext cx="10080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B0F0"/>
              </a:solidFill>
              <a:prstDash val="solid"/>
              <a:miter lim="400000"/>
              <a:headEnd type="none" w="med" len="med"/>
              <a:tailEnd type="none" w="med" len="med"/>
            </a:ln>
          </p:spPr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EB926B36-EC13-47D3-A7A9-62FAA564E94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886579" y="4875938"/>
              <a:ext cx="0" cy="18000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B0F0"/>
              </a:solidFill>
              <a:prstDash val="solid"/>
              <a:miter lim="400000"/>
              <a:headEnd type="none" w="med" len="med"/>
              <a:tailEnd type="none" w="med" len="med"/>
            </a:ln>
          </p:spPr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ECA36678-C213-454A-A78A-80CBC7072DB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131659" y="6392616"/>
              <a:ext cx="0" cy="2880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B0F0"/>
              </a:solidFill>
              <a:prstDash val="solid"/>
              <a:miter lim="400000"/>
              <a:headEnd type="none" w="med" len="med"/>
              <a:tailEnd type="none" w="med" len="med"/>
            </a:ln>
          </p:spPr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070393F1-5ED1-4A16-82C1-D2F99A15A7CB}"/>
                </a:ext>
              </a:extLst>
            </p:cNvPr>
            <p:cNvCxnSpPr/>
            <p:nvPr/>
          </p:nvCxnSpPr>
          <p:spPr bwMode="auto">
            <a:xfrm>
              <a:off x="7025337" y="4872925"/>
              <a:ext cx="0" cy="14760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miter lim="400000"/>
              <a:headEnd type="triangle" w="sm" len="lg"/>
              <a:tailEnd type="triangle" w="sm" len="lg"/>
            </a:ln>
          </p:spPr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74B5C210-F32F-4D71-AFE5-42A44464C33A}"/>
                </a:ext>
              </a:extLst>
            </p:cNvPr>
            <p:cNvCxnSpPr/>
            <p:nvPr/>
          </p:nvCxnSpPr>
          <p:spPr bwMode="auto">
            <a:xfrm>
              <a:off x="6130928" y="6599580"/>
              <a:ext cx="5040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miter lim="400000"/>
              <a:headEnd type="triangle" w="sm" len="lg"/>
              <a:tailEnd type="none" w="med" len="med"/>
            </a:ln>
          </p:spPr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EE9A2E4B-1252-4212-9B96-DB7DFA67C7E5}"/>
                </a:ext>
              </a:extLst>
            </p:cNvPr>
            <p:cNvCxnSpPr/>
            <p:nvPr/>
          </p:nvCxnSpPr>
          <p:spPr bwMode="auto">
            <a:xfrm>
              <a:off x="5370514" y="6599580"/>
              <a:ext cx="5040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miter lim="400000"/>
              <a:headEnd type="none" w="sm" len="lg"/>
              <a:tailEnd type="triangle" w="sm" len="lg"/>
            </a:ln>
          </p:spPr>
        </p:cxn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BA3B330D-55FA-4D1E-BD66-8EDDB97265F7}"/>
                </a:ext>
              </a:extLst>
            </p:cNvPr>
            <p:cNvSpPr txBox="1"/>
            <p:nvPr/>
          </p:nvSpPr>
          <p:spPr>
            <a:xfrm>
              <a:off x="5868751" y="6356856"/>
              <a:ext cx="534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ED101F76-819A-4029-A754-F502AEBF3F1A}"/>
                </a:ext>
              </a:extLst>
            </p:cNvPr>
            <p:cNvSpPr txBox="1"/>
            <p:nvPr/>
          </p:nvSpPr>
          <p:spPr>
            <a:xfrm>
              <a:off x="6718722" y="5388339"/>
              <a:ext cx="534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74AD316A-A485-45A1-9E8D-804DFE5198BC}"/>
                </a:ext>
              </a:extLst>
            </p:cNvPr>
            <p:cNvSpPr txBox="1"/>
            <p:nvPr/>
          </p:nvSpPr>
          <p:spPr>
            <a:xfrm>
              <a:off x="5552850" y="3292424"/>
              <a:ext cx="534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9CAE4CC0-59D6-4175-B8D0-D99F9B664869}"/>
                </a:ext>
              </a:extLst>
            </p:cNvPr>
            <p:cNvSpPr txBox="1"/>
            <p:nvPr/>
          </p:nvSpPr>
          <p:spPr>
            <a:xfrm>
              <a:off x="5948576" y="3828982"/>
              <a:ext cx="534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1" name="右大括号 70">
            <a:extLst>
              <a:ext uri="{FF2B5EF4-FFF2-40B4-BE49-F238E27FC236}">
                <a16:creationId xmlns:a16="http://schemas.microsoft.com/office/drawing/2014/main" id="{A02A6998-7480-4416-B96E-5291E9FA2533}"/>
              </a:ext>
            </a:extLst>
          </p:cNvPr>
          <p:cNvSpPr/>
          <p:nvPr/>
        </p:nvSpPr>
        <p:spPr bwMode="auto">
          <a:xfrm>
            <a:off x="9198097" y="4624122"/>
            <a:ext cx="225329" cy="819724"/>
          </a:xfrm>
          <a:prstGeom prst="rightBrace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</p:spPr>
        <p:txBody>
          <a:bodyPr vert="horz" wrap="square" lIns="0" tIns="0" rIns="0" bIns="0" numCol="1" rtlCol="0" anchor="ctr" anchorCtr="0" compatLnSpc="1">
            <a:spAutoFit/>
          </a:bodyPr>
          <a:lstStyle/>
          <a:p>
            <a:pPr marL="0" marR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0CA922FC-5CCD-4593-AAD2-CF090FA395A2}"/>
              </a:ext>
            </a:extLst>
          </p:cNvPr>
          <p:cNvSpPr txBox="1"/>
          <p:nvPr/>
        </p:nvSpPr>
        <p:spPr>
          <a:xfrm>
            <a:off x="9761219" y="4553339"/>
            <a:ext cx="2108559" cy="961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个方程刚好解出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个未知数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zh-CN" alt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984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1355" y="205757"/>
            <a:ext cx="94498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200" b="1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  <a:sym typeface="Arial" panose="020B0604020202020204" pitchFamily="34" charset="0"/>
              </a:rPr>
              <a:t>2</a:t>
            </a:r>
            <a:r>
              <a:rPr lang="zh-CN" altLang="en-US" sz="3200" b="1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  <a:sym typeface="Arial" panose="020B0604020202020204" pitchFamily="34" charset="0"/>
              </a:rPr>
              <a:t>个方程</a:t>
            </a:r>
            <a:endParaRPr lang="en-US" altLang="zh-CN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0CA922FC-5CCD-4593-AAD2-CF090FA395A2}"/>
              </a:ext>
            </a:extLst>
          </p:cNvPr>
          <p:cNvSpPr txBox="1"/>
          <p:nvPr/>
        </p:nvSpPr>
        <p:spPr>
          <a:xfrm>
            <a:off x="7602452" y="4078059"/>
            <a:ext cx="3196116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（绕前轴中心的力矩平衡）</a:t>
            </a:r>
            <a:endParaRPr lang="zh-CN" alt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7407A11-7531-4B04-9E6D-58782DA9D7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1974" y="1085355"/>
            <a:ext cx="2677112" cy="2362004"/>
          </a:xfrm>
          <a:prstGeom prst="rect">
            <a:avLst/>
          </a:prstGeom>
        </p:spPr>
      </p:pic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549C0E2-3EE0-4EC3-AC40-8B64BB0C50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3496587"/>
              </p:ext>
            </p:extLst>
          </p:nvPr>
        </p:nvGraphicFramePr>
        <p:xfrm>
          <a:off x="3104576" y="3966071"/>
          <a:ext cx="4362120" cy="72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59" name="公式" r:id="rId5" imgW="2908080" imgH="482400" progId="Equation.KSEE3">
                  <p:embed/>
                </p:oleObj>
              </mc:Choice>
              <mc:Fallback>
                <p:oleObj name="公式" r:id="rId5" imgW="2908080" imgH="4824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04576" y="3966071"/>
                        <a:ext cx="4362120" cy="72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对象 57">
            <a:extLst>
              <a:ext uri="{FF2B5EF4-FFF2-40B4-BE49-F238E27FC236}">
                <a16:creationId xmlns:a16="http://schemas.microsoft.com/office/drawing/2014/main" id="{8732485A-8AAA-4493-8524-FD8211FEE6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9769086"/>
              </p:ext>
            </p:extLst>
          </p:nvPr>
        </p:nvGraphicFramePr>
        <p:xfrm>
          <a:off x="1885211" y="5343192"/>
          <a:ext cx="680085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60" name="公式" r:id="rId7" imgW="4533840" imgH="482400" progId="Equation.KSEE3">
                  <p:embed/>
                </p:oleObj>
              </mc:Choice>
              <mc:Fallback>
                <p:oleObj name="公式" r:id="rId7" imgW="4533840" imgH="482400" progId="Equation.KSEE3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8549C0E2-3EE0-4EC3-AC40-8B64BB0C50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85211" y="5343192"/>
                        <a:ext cx="680085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对象 59">
            <a:extLst>
              <a:ext uri="{FF2B5EF4-FFF2-40B4-BE49-F238E27FC236}">
                <a16:creationId xmlns:a16="http://schemas.microsoft.com/office/drawing/2014/main" id="{27A7A547-C97E-47CC-8A1A-21C4CE4960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2280078"/>
              </p:ext>
            </p:extLst>
          </p:nvPr>
        </p:nvGraphicFramePr>
        <p:xfrm>
          <a:off x="8356429" y="1916834"/>
          <a:ext cx="10287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61" name="公式" r:id="rId9" imgW="685800" imgH="393480" progId="Equation.KSEE3">
                  <p:embed/>
                </p:oleObj>
              </mc:Choice>
              <mc:Fallback>
                <p:oleObj name="公式" r:id="rId9" imgW="685800" imgH="393480" progId="Equation.KSEE3">
                  <p:embed/>
                  <p:pic>
                    <p:nvPicPr>
                      <p:cNvPr id="58" name="对象 57">
                        <a:extLst>
                          <a:ext uri="{FF2B5EF4-FFF2-40B4-BE49-F238E27FC236}">
                            <a16:creationId xmlns:a16="http://schemas.microsoft.com/office/drawing/2014/main" id="{8732485A-8AAA-4493-8524-FD8211FEE6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356429" y="1916834"/>
                        <a:ext cx="1028700" cy="590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357D62C3-31BB-4384-A709-260E26D9ED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11199" y="1606555"/>
            <a:ext cx="1780362" cy="110788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346B52B5-CD90-444C-A219-3A2E0695DF83}"/>
              </a:ext>
            </a:extLst>
          </p:cNvPr>
          <p:cNvSpPr txBox="1"/>
          <p:nvPr/>
        </p:nvSpPr>
        <p:spPr>
          <a:xfrm>
            <a:off x="8903330" y="5455330"/>
            <a:ext cx="1895238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（侧向力平衡）</a:t>
            </a:r>
            <a:endParaRPr lang="zh-CN" alt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461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1355" y="205757"/>
            <a:ext cx="94498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  <a:sym typeface="Arial" panose="020B0604020202020204" pitchFamily="34" charset="0"/>
              </a:rPr>
              <a:t>求解第</a:t>
            </a:r>
            <a:r>
              <a:rPr lang="en-US" altLang="zh-CN" sz="3200" b="1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  <a:sym typeface="Arial" panose="020B0604020202020204" pitchFamily="34" charset="0"/>
              </a:rPr>
              <a:t>1</a:t>
            </a:r>
            <a:r>
              <a:rPr lang="zh-CN" altLang="en-US" sz="3200" b="1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  <a:sym typeface="Arial" panose="020B0604020202020204" pitchFamily="34" charset="0"/>
              </a:rPr>
              <a:t>个方程</a:t>
            </a:r>
            <a:endParaRPr lang="en-US" altLang="zh-CN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549C0E2-3EE0-4EC3-AC40-8B64BB0C50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1473381"/>
              </p:ext>
            </p:extLst>
          </p:nvPr>
        </p:nvGraphicFramePr>
        <p:xfrm>
          <a:off x="3572409" y="1407427"/>
          <a:ext cx="4362120" cy="72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62" name="公式" r:id="rId4" imgW="2908080" imgH="482400" progId="Equation.KSEE3">
                  <p:embed/>
                </p:oleObj>
              </mc:Choice>
              <mc:Fallback>
                <p:oleObj name="公式" r:id="rId4" imgW="2908080" imgH="482400" progId="Equation.KSEE3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8549C0E2-3EE0-4EC3-AC40-8B64BB0C50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72409" y="1407427"/>
                        <a:ext cx="4362120" cy="72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BB9A0BDA-EDA7-430A-A80F-CF932BF145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1244254"/>
              </p:ext>
            </p:extLst>
          </p:nvPr>
        </p:nvGraphicFramePr>
        <p:xfrm>
          <a:off x="4238994" y="3199404"/>
          <a:ext cx="302895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63" name="公式" r:id="rId6" imgW="2019240" imgH="431640" progId="Equation.KSEE3">
                  <p:embed/>
                </p:oleObj>
              </mc:Choice>
              <mc:Fallback>
                <p:oleObj name="公式" r:id="rId6" imgW="2019240" imgH="431640" progId="Equation.KSEE3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8549C0E2-3EE0-4EC3-AC40-8B64BB0C50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238994" y="3199404"/>
                        <a:ext cx="302895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81623F77-4499-4D2A-99F3-6AD94D3BA746}"/>
              </a:ext>
            </a:extLst>
          </p:cNvPr>
          <p:cNvSpPr txBox="1"/>
          <p:nvPr/>
        </p:nvSpPr>
        <p:spPr>
          <a:xfrm>
            <a:off x="1875209" y="2415403"/>
            <a:ext cx="1895238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近似地有</a:t>
            </a:r>
            <a:endParaRPr lang="zh-CN" alt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F043EEF-C5BD-4945-AAAE-CFE30DEC343E}"/>
              </a:ext>
            </a:extLst>
          </p:cNvPr>
          <p:cNvSpPr txBox="1"/>
          <p:nvPr/>
        </p:nvSpPr>
        <p:spPr>
          <a:xfrm>
            <a:off x="1800781" y="4477162"/>
            <a:ext cx="1895238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求得</a:t>
            </a:r>
            <a:endParaRPr lang="zh-CN" alt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4025F71A-2CB9-4CBA-9CC7-55E351AB27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5874128"/>
              </p:ext>
            </p:extLst>
          </p:nvPr>
        </p:nvGraphicFramePr>
        <p:xfrm>
          <a:off x="5095875" y="5233988"/>
          <a:ext cx="148590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64" name="公式" r:id="rId8" imgW="990360" imgH="469800" progId="Equation.KSEE3">
                  <p:embed/>
                </p:oleObj>
              </mc:Choice>
              <mc:Fallback>
                <p:oleObj name="公式" r:id="rId8" imgW="990360" imgH="469800" progId="Equation.KSEE3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BB9A0BDA-EDA7-430A-A80F-CF932BF145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095875" y="5233988"/>
                        <a:ext cx="1485900" cy="704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05243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1355" y="205757"/>
            <a:ext cx="94498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  <a:sym typeface="Arial" panose="020B0604020202020204" pitchFamily="34" charset="0"/>
              </a:rPr>
              <a:t>采用数值方法求解第</a:t>
            </a:r>
            <a:r>
              <a:rPr lang="en-US" altLang="zh-CN" sz="3200" b="1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  <a:sym typeface="Arial" panose="020B0604020202020204" pitchFamily="34" charset="0"/>
              </a:rPr>
              <a:t>2</a:t>
            </a:r>
            <a:r>
              <a:rPr lang="zh-CN" altLang="en-US" sz="3200" b="1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  <a:sym typeface="Arial" panose="020B0604020202020204" pitchFamily="34" charset="0"/>
              </a:rPr>
              <a:t>个方程</a:t>
            </a:r>
            <a:endParaRPr lang="en-US" altLang="zh-CN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1623F77-4499-4D2A-99F3-6AD94D3BA746}"/>
              </a:ext>
            </a:extLst>
          </p:cNvPr>
          <p:cNvSpPr txBox="1"/>
          <p:nvPr/>
        </p:nvSpPr>
        <p:spPr>
          <a:xfrm>
            <a:off x="992705" y="2452356"/>
            <a:ext cx="3781313" cy="499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dirty="0">
                <a:latin typeface="Symbol" panose="05050102010706020507" pitchFamily="18" charset="2"/>
                <a:cs typeface="Times New Roman" panose="02020603050405020304" pitchFamily="18" charset="0"/>
              </a:rPr>
              <a:t>d</a:t>
            </a:r>
            <a:r>
              <a:rPr lang="zh-CN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值已知，可构造函数</a:t>
            </a:r>
            <a:endParaRPr lang="zh-CN" alt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F043EEF-C5BD-4945-AAAE-CFE30DEC343E}"/>
              </a:ext>
            </a:extLst>
          </p:cNvPr>
          <p:cNvSpPr txBox="1"/>
          <p:nvPr/>
        </p:nvSpPr>
        <p:spPr>
          <a:xfrm>
            <a:off x="992704" y="4486139"/>
            <a:ext cx="4259779" cy="499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利用数值方法求解下面方程求得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  <a:endParaRPr lang="zh-CN" alt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0B63A0A-EF90-4A10-879F-79951D2799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534823"/>
              </p:ext>
            </p:extLst>
          </p:nvPr>
        </p:nvGraphicFramePr>
        <p:xfrm>
          <a:off x="2695575" y="1332487"/>
          <a:ext cx="680085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92" name="公式" r:id="rId4" imgW="4533840" imgH="482400" progId="Equation.KSEE3">
                  <p:embed/>
                </p:oleObj>
              </mc:Choice>
              <mc:Fallback>
                <p:oleObj name="公式" r:id="rId4" imgW="4533840" imgH="482400" progId="Equation.KSEE3">
                  <p:embed/>
                  <p:pic>
                    <p:nvPicPr>
                      <p:cNvPr id="58" name="对象 57">
                        <a:extLst>
                          <a:ext uri="{FF2B5EF4-FFF2-40B4-BE49-F238E27FC236}">
                            <a16:creationId xmlns:a16="http://schemas.microsoft.com/office/drawing/2014/main" id="{8732485A-8AAA-4493-8524-FD8211FEE6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95575" y="1332487"/>
                        <a:ext cx="680085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A0E3E6D9-308B-40E9-AC54-831EC27137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2053870"/>
              </p:ext>
            </p:extLst>
          </p:nvPr>
        </p:nvGraphicFramePr>
        <p:xfrm>
          <a:off x="2371725" y="3219074"/>
          <a:ext cx="744855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93" name="公式" r:id="rId6" imgW="4965480" imgH="482400" progId="Equation.KSEE3">
                  <p:embed/>
                </p:oleObj>
              </mc:Choice>
              <mc:Fallback>
                <p:oleObj name="公式" r:id="rId6" imgW="4965480" imgH="482400" progId="Equation.KSEE3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30B63A0A-EF90-4A10-879F-79951D2799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71725" y="3219074"/>
                        <a:ext cx="744855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E3A90515-F11D-43B6-A56E-B971B01D98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6758417"/>
              </p:ext>
            </p:extLst>
          </p:nvPr>
        </p:nvGraphicFramePr>
        <p:xfrm>
          <a:off x="5991225" y="5238750"/>
          <a:ext cx="8572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94" name="公式" r:id="rId8" imgW="571320" imgH="203040" progId="Equation.KSEE3">
                  <p:embed/>
                </p:oleObj>
              </mc:Choice>
              <mc:Fallback>
                <p:oleObj name="公式" r:id="rId8" imgW="571320" imgH="203040" progId="Equation.KSEE3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A0E3E6D9-308B-40E9-AC54-831EC27137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991225" y="5238750"/>
                        <a:ext cx="85725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519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1355" y="205757"/>
            <a:ext cx="94498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  <a:sym typeface="Arial" panose="020B0604020202020204" pitchFamily="34" charset="0"/>
              </a:rPr>
              <a:t>求解第</a:t>
            </a:r>
            <a:r>
              <a:rPr lang="en-US" altLang="zh-CN" sz="3200" b="1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  <a:sym typeface="Arial" panose="020B0604020202020204" pitchFamily="34" charset="0"/>
              </a:rPr>
              <a:t>2</a:t>
            </a:r>
            <a:r>
              <a:rPr lang="zh-CN" altLang="en-US" sz="3200" b="1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  <a:sym typeface="Arial" panose="020B0604020202020204" pitchFamily="34" charset="0"/>
              </a:rPr>
              <a:t>个方程的数值方法</a:t>
            </a:r>
            <a:endParaRPr lang="en-US" altLang="zh-CN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43DA9A9-6329-448B-B816-36D6ABBBD4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5288" y="1324865"/>
            <a:ext cx="6417778" cy="385237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8BD85E7-104D-4930-8503-63D73A67BCC2}"/>
              </a:ext>
            </a:extLst>
          </p:cNvPr>
          <p:cNvSpPr txBox="1"/>
          <p:nvPr/>
        </p:nvSpPr>
        <p:spPr>
          <a:xfrm>
            <a:off x="1068904" y="1680764"/>
            <a:ext cx="5293796" cy="1748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牛顿法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弦截法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黄金分割法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B717A49-BB86-406A-AC76-328544EB13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0347541"/>
              </p:ext>
            </p:extLst>
          </p:nvPr>
        </p:nvGraphicFramePr>
        <p:xfrm>
          <a:off x="1068904" y="1262355"/>
          <a:ext cx="8572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068" name="公式" r:id="rId5" imgW="571320" imgH="203040" progId="Equation.KSEE3">
                  <p:embed/>
                </p:oleObj>
              </mc:Choice>
              <mc:Fallback>
                <p:oleObj name="公式" r:id="rId5" imgW="571320" imgH="203040" progId="Equation.KSEE3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E3A90515-F11D-43B6-A56E-B971B01D98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68904" y="1262355"/>
                        <a:ext cx="85725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椭圆 8">
            <a:extLst>
              <a:ext uri="{FF2B5EF4-FFF2-40B4-BE49-F238E27FC236}">
                <a16:creationId xmlns:a16="http://schemas.microsoft.com/office/drawing/2014/main" id="{03CE34E0-4D60-4CFD-A5C7-36999E6834BF}"/>
              </a:ext>
            </a:extLst>
          </p:cNvPr>
          <p:cNvSpPr>
            <a:spLocks noChangeAspect="1"/>
          </p:cNvSpPr>
          <p:nvPr/>
        </p:nvSpPr>
        <p:spPr bwMode="auto">
          <a:xfrm>
            <a:off x="7877383" y="3261456"/>
            <a:ext cx="158400" cy="158400"/>
          </a:xfrm>
          <a:prstGeom prst="ellipse">
            <a:avLst/>
          </a:prstGeom>
          <a:solidFill>
            <a:srgbClr val="FF0000"/>
          </a:solidFill>
          <a:ln w="25400" cap="flat" cmpd="sng" algn="ctr">
            <a:noFill/>
            <a:prstDash val="solid"/>
            <a:miter lim="400000"/>
            <a:headEnd type="none" w="med" len="med"/>
            <a:tailEnd type="none" w="med" len="med"/>
          </a:ln>
        </p:spPr>
        <p:txBody>
          <a:bodyPr vert="horz" wrap="square" lIns="0" tIns="0" rIns="0" bIns="0" numCol="1" rtlCol="0" anchor="ctr" anchorCtr="0" compatLnSpc="1">
            <a:spAutoFit/>
          </a:bodyPr>
          <a:lstStyle/>
          <a:p>
            <a:pPr marL="0" marR="0" indent="0" algn="ctr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6F049FCB-3565-401F-8FD3-E86546095E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3576178"/>
              </p:ext>
            </p:extLst>
          </p:nvPr>
        </p:nvGraphicFramePr>
        <p:xfrm>
          <a:off x="3794904" y="5758180"/>
          <a:ext cx="744855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069" name="公式" r:id="rId7" imgW="4965480" imgH="482400" progId="Equation.KSEE3">
                  <p:embed/>
                </p:oleObj>
              </mc:Choice>
              <mc:Fallback>
                <p:oleObj name="公式" r:id="rId7" imgW="4965480" imgH="482400" progId="Equation.KSEE3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A0E3E6D9-308B-40E9-AC54-831EC27137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94904" y="5758180"/>
                        <a:ext cx="744855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3A6C2DF5-056B-4B65-8AE4-0E14DD2284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9053546"/>
              </p:ext>
            </p:extLst>
          </p:nvPr>
        </p:nvGraphicFramePr>
        <p:xfrm>
          <a:off x="6753532" y="4924721"/>
          <a:ext cx="19050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070" name="公式" r:id="rId9" imgW="126720" imgH="164880" progId="Equation.KSEE3">
                  <p:embed/>
                </p:oleObj>
              </mc:Choice>
              <mc:Fallback>
                <p:oleObj name="公式" r:id="rId9" imgW="126720" imgH="164880" progId="Equation.KSEE3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5B717A49-BB86-406A-AC76-328544EB13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753532" y="4924721"/>
                        <a:ext cx="190500" cy="247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62499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1355" y="205757"/>
            <a:ext cx="9449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  <a:sym typeface="Arial" panose="020B0604020202020204" pitchFamily="34" charset="0"/>
              </a:rPr>
              <a:t>由转向瞬心确定实际转弯半径</a:t>
            </a:r>
            <a:endParaRPr lang="en-US" altLang="zh-CN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E3A90515-F11D-43B6-A56E-B971B01D98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1580336"/>
              </p:ext>
            </p:extLst>
          </p:nvPr>
        </p:nvGraphicFramePr>
        <p:xfrm>
          <a:off x="6440641" y="3545888"/>
          <a:ext cx="355123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979" name="公式" r:id="rId4" imgW="1777680" imgH="304560" progId="Equation.KSEE3">
                  <p:embed/>
                </p:oleObj>
              </mc:Choice>
              <mc:Fallback>
                <p:oleObj name="公式" r:id="rId4" imgW="1777680" imgH="304560" progId="Equation.KSEE3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E3A90515-F11D-43B6-A56E-B971B01D98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40641" y="3545888"/>
                        <a:ext cx="3551238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80081DE4-D471-4D22-8E49-597F99D58F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740" y="1864903"/>
            <a:ext cx="4501406" cy="397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192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1355" y="205757"/>
            <a:ext cx="9449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  <a:sym typeface="Arial" panose="020B0604020202020204" pitchFamily="34" charset="0"/>
              </a:rPr>
              <a:t>计算结果</a:t>
            </a:r>
            <a:endParaRPr lang="en-US" altLang="zh-CN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E3A90515-F11D-43B6-A56E-B971B01D98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7448608"/>
              </p:ext>
            </p:extLst>
          </p:nvPr>
        </p:nvGraphicFramePr>
        <p:xfrm>
          <a:off x="2321479" y="6072893"/>
          <a:ext cx="134568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12" name="公式" r:id="rId4" imgW="672840" imgH="228600" progId="Equation.KSEE3">
                  <p:embed/>
                </p:oleObj>
              </mc:Choice>
              <mc:Fallback>
                <p:oleObj name="公式" r:id="rId4" imgW="672840" imgH="228600" progId="Equation.KSEE3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E3A90515-F11D-43B6-A56E-B971B01D98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21479" y="6072893"/>
                        <a:ext cx="134568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80081DE4-D471-4D22-8E49-597F99D58F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881" y="1343908"/>
            <a:ext cx="4501406" cy="397157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889FDE1-653E-4342-8799-F8588A40C3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485" y="3429000"/>
            <a:ext cx="1333500" cy="23241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FDC6082-D73A-433F-8E99-1ECB23FF58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58859" y="2497554"/>
            <a:ext cx="5310076" cy="3255546"/>
          </a:xfrm>
          <a:prstGeom prst="rect">
            <a:avLst/>
          </a:prstGeom>
        </p:spPr>
      </p:pic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67B54FA-ABCA-4A68-A9E5-E647C99E69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8191517"/>
              </p:ext>
            </p:extLst>
          </p:nvPr>
        </p:nvGraphicFramePr>
        <p:xfrm>
          <a:off x="2157413" y="4368800"/>
          <a:ext cx="1257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13" name="公式" r:id="rId9" imgW="838080" imgH="203040" progId="Equation.KSEE3">
                  <p:embed/>
                </p:oleObj>
              </mc:Choice>
              <mc:Fallback>
                <p:oleObj name="公式" r:id="rId9" imgW="838080" imgH="203040" progId="Equation.KSEE3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E6A5D286-FAE1-460A-AFA9-41A47EC502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57413" y="4368800"/>
                        <a:ext cx="12573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54065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1355" y="205757"/>
            <a:ext cx="9449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  <a:sym typeface="Arial" panose="020B0604020202020204" pitchFamily="34" charset="0"/>
              </a:rPr>
              <a:t>与实际测试结果的对比</a:t>
            </a:r>
            <a:endParaRPr lang="en-US" altLang="zh-CN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3F1B8FC-055E-4D51-BAD8-F9A382AEA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0047" y="1162194"/>
            <a:ext cx="5257646" cy="314519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A883D04-6346-4685-9A4B-72C70BF3D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0233" y="3428994"/>
            <a:ext cx="4839180" cy="316446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CAE126C-2498-46B7-9423-FBCC59700B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457" y="3428994"/>
            <a:ext cx="4839180" cy="316446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0639C159-D6AD-43FD-A821-1AECF6DAB007}"/>
                  </a:ext>
                </a:extLst>
              </p14:cNvPr>
              <p14:cNvContentPartPr/>
              <p14:nvPr/>
            </p14:nvContentPartPr>
            <p14:xfrm>
              <a:off x="8699400" y="4984920"/>
              <a:ext cx="1283040" cy="111780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0639C159-D6AD-43FD-A821-1AECF6DAB00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690040" y="4975560"/>
                <a:ext cx="1301760" cy="113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189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1355" y="205757"/>
            <a:ext cx="9449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  <a:sym typeface="Arial" panose="020B0604020202020204" pitchFamily="34" charset="0"/>
              </a:rPr>
              <a:t>等效轴距</a:t>
            </a:r>
            <a:endParaRPr lang="en-US" altLang="zh-CN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B7298A5-920B-45E1-A51B-84D8029E8AC4}"/>
              </a:ext>
            </a:extLst>
          </p:cNvPr>
          <p:cNvSpPr txBox="1"/>
          <p:nvPr/>
        </p:nvSpPr>
        <p:spPr>
          <a:xfrm>
            <a:off x="776508" y="1360615"/>
            <a:ext cx="7413335" cy="499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找到一个轴距，使其转弯半径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转角关系曲线贴近理论分析值：</a:t>
            </a:r>
            <a:endParaRPr lang="zh-CN" alt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41B59E9-AFEC-491B-8821-C5A6F7A40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5646" y="2232422"/>
            <a:ext cx="5404572" cy="346770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79A0ED8-D8A0-4501-9A5F-3CDFFB8E46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730" y="2226935"/>
            <a:ext cx="5322270" cy="3473192"/>
          </a:xfrm>
          <a:prstGeom prst="rect">
            <a:avLst/>
          </a:prstGeom>
        </p:spPr>
      </p:pic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7AC2C63A-A661-4989-91B4-24DA950079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282372"/>
              </p:ext>
            </p:extLst>
          </p:nvPr>
        </p:nvGraphicFramePr>
        <p:xfrm>
          <a:off x="9902825" y="1360615"/>
          <a:ext cx="11620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23" name="公式" r:id="rId6" imgW="774360" imgH="419040" progId="Equation.KSEE3">
                  <p:embed/>
                </p:oleObj>
              </mc:Choice>
              <mc:Fallback>
                <p:oleObj name="公式" r:id="rId6" imgW="774360" imgH="419040" progId="Equation.KSEE3">
                  <p:embed/>
                  <p:pic>
                    <p:nvPicPr>
                      <p:cNvPr id="60" name="对象 59">
                        <a:extLst>
                          <a:ext uri="{FF2B5EF4-FFF2-40B4-BE49-F238E27FC236}">
                            <a16:creationId xmlns:a16="http://schemas.microsoft.com/office/drawing/2014/main" id="{27A7A547-C97E-47CC-8A1A-21C4CE4960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902825" y="1360615"/>
                        <a:ext cx="1162050" cy="628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73452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1355" y="205757"/>
            <a:ext cx="9449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  <a:sym typeface="Arial" panose="020B0604020202020204" pitchFamily="34" charset="0"/>
              </a:rPr>
              <a:t>左、右转等效轴距不同时的贴近效果更佳</a:t>
            </a:r>
            <a:endParaRPr lang="en-US" altLang="zh-CN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5041672-06E8-4170-AF5C-ADA27D799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646" y="2232422"/>
            <a:ext cx="5404572" cy="346770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2199145-E38F-42D9-89E3-AEB30319DE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508" y="2226935"/>
            <a:ext cx="5322270" cy="347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408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1355" y="205757"/>
            <a:ext cx="9449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  <a:sym typeface="Arial" panose="020B0604020202020204" pitchFamily="34" charset="0"/>
              </a:rPr>
              <a:t>如何解决左、右转向的等效轴距不同问题</a:t>
            </a:r>
            <a:endParaRPr lang="en-US" altLang="zh-CN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5041672-06E8-4170-AF5C-ADA27D799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377" y="1427353"/>
            <a:ext cx="5404572" cy="346770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2199145-E38F-42D9-89E3-AEB30319DE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39" y="1421866"/>
            <a:ext cx="5322270" cy="347319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9632F02-5196-4CB6-A4A2-54B8B37D83C3}"/>
              </a:ext>
            </a:extLst>
          </p:cNvPr>
          <p:cNvSpPr txBox="1"/>
          <p:nvPr/>
        </p:nvSpPr>
        <p:spPr>
          <a:xfrm>
            <a:off x="1162105" y="5038138"/>
            <a:ext cx="9867789" cy="148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76438" indent="-1976438">
              <a:lnSpc>
                <a:spcPct val="15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解决办法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：左右极限转角分开标定，丹佛斯转向系统刚好也支持这样的标定。</a:t>
            </a:r>
            <a:endParaRPr lang="zh-CN" altLang="en-US" sz="32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5B89E9EB-3C0B-4230-945D-19E28441D43D}"/>
                  </a:ext>
                </a:extLst>
              </p14:cNvPr>
              <p14:cNvContentPartPr/>
              <p14:nvPr/>
            </p14:nvContentPartPr>
            <p14:xfrm>
              <a:off x="5835600" y="1047600"/>
              <a:ext cx="5302800" cy="551232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5B89E9EB-3C0B-4230-945D-19E28441D43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26240" y="1038240"/>
                <a:ext cx="5321520" cy="553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3281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5292" y="2036185"/>
            <a:ext cx="2326344" cy="63767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831024" y="2752503"/>
            <a:ext cx="7167656" cy="637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矿区无人驾驶  安全</a:t>
            </a:r>
            <a:r>
              <a:rPr lang="en-US" altLang="zh-CN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\</a:t>
            </a:r>
            <a:r>
              <a:rPr lang="zh-CN" altLang="en-US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绿色</a:t>
            </a:r>
            <a:r>
              <a:rPr lang="en-US" altLang="zh-CN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\</a:t>
            </a:r>
            <a:r>
              <a:rPr lang="zh-CN" altLang="en-US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高效</a:t>
            </a:r>
            <a:r>
              <a:rPr lang="en-US" altLang="zh-CN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\</a:t>
            </a:r>
            <a:r>
              <a:rPr lang="zh-CN" altLang="en-US" sz="2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经济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587" y="2019240"/>
            <a:ext cx="1708322" cy="1708322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455587" y="3746415"/>
            <a:ext cx="1708322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zh-CN" altLang="en-US" sz="1200" b="1" dirty="0">
                <a:solidFill>
                  <a:schemeClr val="bg1"/>
                </a:solidFill>
              </a:rPr>
              <a:t>更多资讯 敬请扫码关注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959946" y="3564247"/>
            <a:ext cx="5814927" cy="34073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dirty="0">
                <a:solidFill>
                  <a:schemeClr val="bg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踏歌智行</a:t>
            </a:r>
            <a:r>
              <a:rPr lang="zh-CN" altLang="en-US" sz="1200" dirty="0">
                <a:solidFill>
                  <a:schemeClr val="bg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  </a:t>
            </a:r>
            <a:r>
              <a:rPr lang="en-US" altLang="zh-CN" sz="1200" dirty="0">
                <a:solidFill>
                  <a:schemeClr val="bg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|  Tel: 010 – 62636432  |  Web: www.i-tage.com</a:t>
            </a:r>
            <a:endParaRPr lang="zh-CN" altLang="en-US" sz="1200" dirty="0">
              <a:solidFill>
                <a:schemeClr val="bg1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3561927" y="1993362"/>
            <a:ext cx="0" cy="200417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452bdbc8-9e3b-4e64-a66c-2c6bb7b67743"/>
  <p:tag name="COMMONDATA" val="eyJoZGlkIjoiYTYxZWM0YjUyZTNiNTVjNDRkZjc1NzYyMWE5NjZiOT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bg1">
              <a:lumMod val="65000"/>
            </a:schemeClr>
          </a:solidFill>
          <a:headEnd type="none" w="sm" len="sm"/>
          <a:tailEnd type="oval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hite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White">
      <a:majorFont>
        <a:latin typeface="Avenir Next"/>
        <a:ea typeface="Avenir Next"/>
        <a:cs typeface="Avenir Next"/>
      </a:majorFont>
      <a:minorFont>
        <a:latin typeface="Source Han Sans CN Normal"/>
        <a:ea typeface="Source Han Sans CN Normal"/>
        <a:cs typeface="Source Han Sans CN Norm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</a:spPr>
      <a:bodyPr vert="horz" wrap="square" lIns="0" tIns="0" rIns="0" bIns="0" numCol="1" anchor="ctr" anchorCtr="0" compatLnSpc="1">
        <a:spAutoFit/>
      </a:bodyPr>
      <a:lstStyle>
        <a:defPPr marL="0" marR="0" indent="0" algn="ctr" defTabSz="8255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zh-CN" sz="30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</a:spPr>
      <a:bodyPr vert="horz" wrap="square" lIns="0" tIns="0" rIns="0" bIns="0" numCol="1" anchor="ctr" anchorCtr="0" compatLnSpc="1">
        <a:spAutoFit/>
      </a:bodyPr>
      <a:lstStyle>
        <a:defPPr marL="0" marR="0" indent="0" algn="ctr" defTabSz="8255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zh-CN" sz="30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1707</TotalTime>
  <Words>517</Words>
  <Application>Microsoft Office PowerPoint</Application>
  <PresentationFormat>宽屏</PresentationFormat>
  <Paragraphs>127</Paragraphs>
  <Slides>18</Slides>
  <Notes>18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7" baseType="lpstr">
      <vt:lpstr>Avenir Next</vt:lpstr>
      <vt:lpstr>Avenir Next Medium</vt:lpstr>
      <vt:lpstr>Helvetica Neue</vt:lpstr>
      <vt:lpstr>Helvetica Neue Light</vt:lpstr>
      <vt:lpstr>Source Han Sans CN Normal</vt:lpstr>
      <vt:lpstr>等线</vt:lpstr>
      <vt:lpstr>黑体</vt:lpstr>
      <vt:lpstr>华文新魏</vt:lpstr>
      <vt:lpstr>思源黑体 CN Heavy</vt:lpstr>
      <vt:lpstr>宋体</vt:lpstr>
      <vt:lpstr>微软雅黑</vt:lpstr>
      <vt:lpstr>Arial</vt:lpstr>
      <vt:lpstr>Arial Nova Light</vt:lpstr>
      <vt:lpstr>Calibri</vt:lpstr>
      <vt:lpstr>Symbol</vt:lpstr>
      <vt:lpstr>Times New Roman</vt:lpstr>
      <vt:lpstr>Office 主题​​</vt:lpstr>
      <vt:lpstr>1_White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86136</cp:lastModifiedBy>
  <cp:revision>1408</cp:revision>
  <dcterms:created xsi:type="dcterms:W3CDTF">2021-08-02T07:53:00Z</dcterms:created>
  <dcterms:modified xsi:type="dcterms:W3CDTF">2024-06-02T14:51:47Z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5614A57C34A1413994447F1FC519D424</vt:lpwstr>
  </property>
  <property fmtid="{D5CDD505-2E9C-101B-9397-08002B2CF9AE}" pid="3" name="KSOProductBuildVer">
    <vt:lpwstr>2052-11.1.0.13703</vt:lpwstr>
  </property>
</Properties>
</file>